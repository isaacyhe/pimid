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FF6E91-CE4A-495D-BCCA-B95775DDD1DE}" v="105" dt="2025-01-23T01:38:49.238"/>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74"/>
  </p:normalViewPr>
  <p:slideViewPr>
    <p:cSldViewPr snapToGrid="0" snapToObjects="1">
      <p:cViewPr varScale="1">
        <p:scale>
          <a:sx n="39" d="100"/>
          <a:sy n="39" d="100"/>
        </p:scale>
        <p:origin x="159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ac He" userId="b94c372f12195d42" providerId="LiveId" clId="{D4FF6E91-CE4A-495D-BCCA-B95775DDD1DE}"/>
    <pc:docChg chg="undo custSel addSld delSld modSld">
      <pc:chgData name="Isaac He" userId="b94c372f12195d42" providerId="LiveId" clId="{D4FF6E91-CE4A-495D-BCCA-B95775DDD1DE}" dt="2025-01-23T01:41:19.372" v="784" actId="1036"/>
      <pc:docMkLst>
        <pc:docMk/>
      </pc:docMkLst>
      <pc:sldChg chg="addSp delSp modSp mod">
        <pc:chgData name="Isaac He" userId="b94c372f12195d42" providerId="LiveId" clId="{D4FF6E91-CE4A-495D-BCCA-B95775DDD1DE}" dt="2025-01-23T01:41:19.372" v="784" actId="1036"/>
        <pc:sldMkLst>
          <pc:docMk/>
          <pc:sldMk cId="2665510006" sldId="256"/>
        </pc:sldMkLst>
        <pc:spChg chg="mod">
          <ac:chgData name="Isaac He" userId="b94c372f12195d42" providerId="LiveId" clId="{D4FF6E91-CE4A-495D-BCCA-B95775DDD1DE}" dt="2025-01-23T01:40:13.271" v="762" actId="1035"/>
          <ac:spMkLst>
            <pc:docMk/>
            <pc:sldMk cId="2665510006" sldId="256"/>
            <ac:spMk id="2" creationId="{AC11BE0F-9A70-F24A-91B7-93804E71BC3D}"/>
          </ac:spMkLst>
        </pc:spChg>
        <pc:spChg chg="mod">
          <ac:chgData name="Isaac He" userId="b94c372f12195d42" providerId="LiveId" clId="{D4FF6E91-CE4A-495D-BCCA-B95775DDD1DE}" dt="2025-01-23T01:40:13.271" v="762" actId="1035"/>
          <ac:spMkLst>
            <pc:docMk/>
            <pc:sldMk cId="2665510006" sldId="256"/>
            <ac:spMk id="7" creationId="{860ABD83-F86A-554E-85DB-E6EBDE54AC7D}"/>
          </ac:spMkLst>
        </pc:spChg>
        <pc:spChg chg="add del">
          <ac:chgData name="Isaac He" userId="b94c372f12195d42" providerId="LiveId" clId="{D4FF6E91-CE4A-495D-BCCA-B95775DDD1DE}" dt="2025-01-23T00:41:37.169" v="160" actId="478"/>
          <ac:spMkLst>
            <pc:docMk/>
            <pc:sldMk cId="2665510006" sldId="256"/>
            <ac:spMk id="13" creationId="{FFB9D975-DD0D-C919-D99C-48BED95AC93C}"/>
          </ac:spMkLst>
        </pc:spChg>
        <pc:spChg chg="mod">
          <ac:chgData name="Isaac He" userId="b94c372f12195d42" providerId="LiveId" clId="{D4FF6E91-CE4A-495D-BCCA-B95775DDD1DE}" dt="2025-01-23T01:40:34.919" v="771" actId="1035"/>
          <ac:spMkLst>
            <pc:docMk/>
            <pc:sldMk cId="2665510006" sldId="256"/>
            <ac:spMk id="17" creationId="{AE60A41F-B362-1E43-B7CE-AC9B6444A35F}"/>
          </ac:spMkLst>
        </pc:spChg>
        <pc:spChg chg="mod">
          <ac:chgData name="Isaac He" userId="b94c372f12195d42" providerId="LiveId" clId="{D4FF6E91-CE4A-495D-BCCA-B95775DDD1DE}" dt="2025-01-23T01:40:34.919" v="771" actId="1035"/>
          <ac:spMkLst>
            <pc:docMk/>
            <pc:sldMk cId="2665510006" sldId="256"/>
            <ac:spMk id="18" creationId="{C0A93B13-199E-084E-A2A0-9254D5433CE4}"/>
          </ac:spMkLst>
        </pc:spChg>
        <pc:spChg chg="add del mod ord">
          <ac:chgData name="Isaac He" userId="b94c372f12195d42" providerId="LiveId" clId="{D4FF6E91-CE4A-495D-BCCA-B95775DDD1DE}" dt="2025-01-23T01:38:39.308" v="693" actId="1036"/>
          <ac:spMkLst>
            <pc:docMk/>
            <pc:sldMk cId="2665510006" sldId="256"/>
            <ac:spMk id="23" creationId="{8371DCCD-2D02-A3F5-47E8-9F37999728BE}"/>
          </ac:spMkLst>
        </pc:spChg>
        <pc:spChg chg="add mod ord">
          <ac:chgData name="Isaac He" userId="b94c372f12195d42" providerId="LiveId" clId="{D4FF6E91-CE4A-495D-BCCA-B95775DDD1DE}" dt="2025-01-23T01:38:39.308" v="693" actId="1036"/>
          <ac:spMkLst>
            <pc:docMk/>
            <pc:sldMk cId="2665510006" sldId="256"/>
            <ac:spMk id="26" creationId="{DF5AC38E-E0B7-3758-5533-16BCB60F0A84}"/>
          </ac:spMkLst>
        </pc:spChg>
        <pc:spChg chg="add mod">
          <ac:chgData name="Isaac He" userId="b94c372f12195d42" providerId="LiveId" clId="{D4FF6E91-CE4A-495D-BCCA-B95775DDD1DE}" dt="2025-01-23T01:38:39.308" v="693" actId="1036"/>
          <ac:spMkLst>
            <pc:docMk/>
            <pc:sldMk cId="2665510006" sldId="256"/>
            <ac:spMk id="27" creationId="{95A15278-B469-A1D6-0F5B-DEA968B5F294}"/>
          </ac:spMkLst>
        </pc:spChg>
        <pc:spChg chg="add mod">
          <ac:chgData name="Isaac He" userId="b94c372f12195d42" providerId="LiveId" clId="{D4FF6E91-CE4A-495D-BCCA-B95775DDD1DE}" dt="2025-01-23T00:59:39.212" v="332" actId="14100"/>
          <ac:spMkLst>
            <pc:docMk/>
            <pc:sldMk cId="2665510006" sldId="256"/>
            <ac:spMk id="28" creationId="{59372F99-966D-84B3-6CB2-FDF4B34D7005}"/>
          </ac:spMkLst>
        </pc:spChg>
        <pc:spChg chg="mod">
          <ac:chgData name="Isaac He" userId="b94c372f12195d42" providerId="LiveId" clId="{D4FF6E91-CE4A-495D-BCCA-B95775DDD1DE}" dt="2025-01-23T01:40:52.519" v="778" actId="1035"/>
          <ac:spMkLst>
            <pc:docMk/>
            <pc:sldMk cId="2665510006" sldId="256"/>
            <ac:spMk id="29" creationId="{3A5D77BE-F0E3-5A79-1747-4646E6ACACD6}"/>
          </ac:spMkLst>
        </pc:spChg>
        <pc:spChg chg="add mod">
          <ac:chgData name="Isaac He" userId="b94c372f12195d42" providerId="LiveId" clId="{D4FF6E91-CE4A-495D-BCCA-B95775DDD1DE}" dt="2025-01-23T00:59:08.216" v="329" actId="1076"/>
          <ac:spMkLst>
            <pc:docMk/>
            <pc:sldMk cId="2665510006" sldId="256"/>
            <ac:spMk id="30" creationId="{31B0D7C6-F03B-7E33-D4FE-E47CED24CD4F}"/>
          </ac:spMkLst>
        </pc:spChg>
        <pc:spChg chg="mod">
          <ac:chgData name="Isaac He" userId="b94c372f12195d42" providerId="LiveId" clId="{D4FF6E91-CE4A-495D-BCCA-B95775DDD1DE}" dt="2025-01-23T01:41:19.372" v="784" actId="1036"/>
          <ac:spMkLst>
            <pc:docMk/>
            <pc:sldMk cId="2665510006" sldId="256"/>
            <ac:spMk id="34" creationId="{080E6776-87C9-F8C1-78EF-A07D9B7DE54E}"/>
          </ac:spMkLst>
        </pc:spChg>
        <pc:spChg chg="mod">
          <ac:chgData name="Isaac He" userId="b94c372f12195d42" providerId="LiveId" clId="{D4FF6E91-CE4A-495D-BCCA-B95775DDD1DE}" dt="2025-01-23T01:41:19.372" v="784" actId="1036"/>
          <ac:spMkLst>
            <pc:docMk/>
            <pc:sldMk cId="2665510006" sldId="256"/>
            <ac:spMk id="35" creationId="{B6D258B7-AEF6-DD07-DA80-A9A039A9FDBA}"/>
          </ac:spMkLst>
        </pc:spChg>
        <pc:spChg chg="mod">
          <ac:chgData name="Isaac He" userId="b94c372f12195d42" providerId="LiveId" clId="{D4FF6E91-CE4A-495D-BCCA-B95775DDD1DE}" dt="2025-01-23T01:41:19.372" v="784" actId="1036"/>
          <ac:spMkLst>
            <pc:docMk/>
            <pc:sldMk cId="2665510006" sldId="256"/>
            <ac:spMk id="36" creationId="{99A433D4-ECD8-FA2E-53CB-5796473A0ACA}"/>
          </ac:spMkLst>
        </pc:spChg>
        <pc:spChg chg="mod">
          <ac:chgData name="Isaac He" userId="b94c372f12195d42" providerId="LiveId" clId="{D4FF6E91-CE4A-495D-BCCA-B95775DDD1DE}" dt="2025-01-23T01:41:19.372" v="784" actId="1036"/>
          <ac:spMkLst>
            <pc:docMk/>
            <pc:sldMk cId="2665510006" sldId="256"/>
            <ac:spMk id="37" creationId="{08D28E82-C20B-19B9-49B6-798B2659A9B1}"/>
          </ac:spMkLst>
        </pc:spChg>
        <pc:spChg chg="mod">
          <ac:chgData name="Isaac He" userId="b94c372f12195d42" providerId="LiveId" clId="{D4FF6E91-CE4A-495D-BCCA-B95775DDD1DE}" dt="2025-01-23T01:41:19.372" v="784" actId="1036"/>
          <ac:spMkLst>
            <pc:docMk/>
            <pc:sldMk cId="2665510006" sldId="256"/>
            <ac:spMk id="38" creationId="{200A73E5-704B-4FCB-C801-7390E8AB999C}"/>
          </ac:spMkLst>
        </pc:spChg>
        <pc:spChg chg="mod">
          <ac:chgData name="Isaac He" userId="b94c372f12195d42" providerId="LiveId" clId="{D4FF6E91-CE4A-495D-BCCA-B95775DDD1DE}" dt="2025-01-23T01:23:20.213" v="435" actId="1076"/>
          <ac:spMkLst>
            <pc:docMk/>
            <pc:sldMk cId="2665510006" sldId="256"/>
            <ac:spMk id="39" creationId="{E0CCA9A5-FA20-D289-6012-BCF015C5904B}"/>
          </ac:spMkLst>
        </pc:spChg>
        <pc:spChg chg="mod">
          <ac:chgData name="Isaac He" userId="b94c372f12195d42" providerId="LiveId" clId="{D4FF6E91-CE4A-495D-BCCA-B95775DDD1DE}" dt="2025-01-23T00:33:57.861" v="18" actId="1036"/>
          <ac:spMkLst>
            <pc:docMk/>
            <pc:sldMk cId="2665510006" sldId="256"/>
            <ac:spMk id="40" creationId="{CA04F9ED-7D03-875A-CFEB-8FECED995553}"/>
          </ac:spMkLst>
        </pc:spChg>
        <pc:spChg chg="mod">
          <ac:chgData name="Isaac He" userId="b94c372f12195d42" providerId="LiveId" clId="{D4FF6E91-CE4A-495D-BCCA-B95775DDD1DE}" dt="2025-01-23T00:33:57.861" v="18" actId="1036"/>
          <ac:spMkLst>
            <pc:docMk/>
            <pc:sldMk cId="2665510006" sldId="256"/>
            <ac:spMk id="42" creationId="{ECCFE8DE-3B59-C9FD-BEA2-8024E46D6B00}"/>
          </ac:spMkLst>
        </pc:spChg>
        <pc:spChg chg="del mod">
          <ac:chgData name="Isaac He" userId="b94c372f12195d42" providerId="LiveId" clId="{D4FF6E91-CE4A-495D-BCCA-B95775DDD1DE}" dt="2025-01-23T00:36:37.676" v="118" actId="478"/>
          <ac:spMkLst>
            <pc:docMk/>
            <pc:sldMk cId="2665510006" sldId="256"/>
            <ac:spMk id="43" creationId="{7B4572A1-B966-8773-6825-C769B7FA94F9}"/>
          </ac:spMkLst>
        </pc:spChg>
        <pc:spChg chg="del mod">
          <ac:chgData name="Isaac He" userId="b94c372f12195d42" providerId="LiveId" clId="{D4FF6E91-CE4A-495D-BCCA-B95775DDD1DE}" dt="2025-01-23T00:37:06.634" v="131" actId="478"/>
          <ac:spMkLst>
            <pc:docMk/>
            <pc:sldMk cId="2665510006" sldId="256"/>
            <ac:spMk id="44" creationId="{228650BB-14AB-C058-095C-519B1F22BC8E}"/>
          </ac:spMkLst>
        </pc:spChg>
        <pc:spChg chg="add mod">
          <ac:chgData name="Isaac He" userId="b94c372f12195d42" providerId="LiveId" clId="{D4FF6E91-CE4A-495D-BCCA-B95775DDD1DE}" dt="2025-01-23T00:59:58.013" v="339" actId="1076"/>
          <ac:spMkLst>
            <pc:docMk/>
            <pc:sldMk cId="2665510006" sldId="256"/>
            <ac:spMk id="46" creationId="{93BCB0DA-58DD-8B67-2944-997919F55618}"/>
          </ac:spMkLst>
        </pc:spChg>
        <pc:spChg chg="add mod">
          <ac:chgData name="Isaac He" userId="b94c372f12195d42" providerId="LiveId" clId="{D4FF6E91-CE4A-495D-BCCA-B95775DDD1DE}" dt="2025-01-23T01:01:53.061" v="381" actId="1076"/>
          <ac:spMkLst>
            <pc:docMk/>
            <pc:sldMk cId="2665510006" sldId="256"/>
            <ac:spMk id="47" creationId="{4BF6A055-A0C0-79CE-C5CA-CCE9C59246B0}"/>
          </ac:spMkLst>
        </pc:spChg>
        <pc:spChg chg="add mod">
          <ac:chgData name="Isaac He" userId="b94c372f12195d42" providerId="LiveId" clId="{D4FF6E91-CE4A-495D-BCCA-B95775DDD1DE}" dt="2025-01-23T01:01:46.641" v="380" actId="1036"/>
          <ac:spMkLst>
            <pc:docMk/>
            <pc:sldMk cId="2665510006" sldId="256"/>
            <ac:spMk id="48" creationId="{17878500-0EE8-3481-FAC1-58A581D21FD7}"/>
          </ac:spMkLst>
        </pc:spChg>
        <pc:spChg chg="add mod">
          <ac:chgData name="Isaac He" userId="b94c372f12195d42" providerId="LiveId" clId="{D4FF6E91-CE4A-495D-BCCA-B95775DDD1DE}" dt="2025-01-23T01:01:14.996" v="372" actId="1036"/>
          <ac:spMkLst>
            <pc:docMk/>
            <pc:sldMk cId="2665510006" sldId="256"/>
            <ac:spMk id="49" creationId="{6293F9B7-C2E3-3491-2D60-30EBCABC4E5C}"/>
          </ac:spMkLst>
        </pc:spChg>
        <pc:spChg chg="add mod">
          <ac:chgData name="Isaac He" userId="b94c372f12195d42" providerId="LiveId" clId="{D4FF6E91-CE4A-495D-BCCA-B95775DDD1DE}" dt="2025-01-23T01:03:58.788" v="423" actId="1036"/>
          <ac:spMkLst>
            <pc:docMk/>
            <pc:sldMk cId="2665510006" sldId="256"/>
            <ac:spMk id="56" creationId="{4F083D34-2949-5DD5-978A-AB2959CB00C0}"/>
          </ac:spMkLst>
        </pc:spChg>
        <pc:spChg chg="add mod">
          <ac:chgData name="Isaac He" userId="b94c372f12195d42" providerId="LiveId" clId="{D4FF6E91-CE4A-495D-BCCA-B95775DDD1DE}" dt="2025-01-23T01:39:42.926" v="759" actId="1038"/>
          <ac:spMkLst>
            <pc:docMk/>
            <pc:sldMk cId="2665510006" sldId="256"/>
            <ac:spMk id="61" creationId="{EB843514-52A0-8CD6-0348-4660925BEEC4}"/>
          </ac:spMkLst>
        </pc:spChg>
        <pc:spChg chg="add mod">
          <ac:chgData name="Isaac He" userId="b94c372f12195d42" providerId="LiveId" clId="{D4FF6E91-CE4A-495D-BCCA-B95775DDD1DE}" dt="2025-01-23T01:32:59.543" v="569" actId="1076"/>
          <ac:spMkLst>
            <pc:docMk/>
            <pc:sldMk cId="2665510006" sldId="256"/>
            <ac:spMk id="62" creationId="{0A7C0D62-7769-2E60-AE08-C2449A46BC98}"/>
          </ac:spMkLst>
        </pc:spChg>
        <pc:spChg chg="add mod">
          <ac:chgData name="Isaac He" userId="b94c372f12195d42" providerId="LiveId" clId="{D4FF6E91-CE4A-495D-BCCA-B95775DDD1DE}" dt="2025-01-23T01:32:59.543" v="569" actId="1076"/>
          <ac:spMkLst>
            <pc:docMk/>
            <pc:sldMk cId="2665510006" sldId="256"/>
            <ac:spMk id="63" creationId="{E398B34B-01D4-538E-8346-DABC01FB5F6D}"/>
          </ac:spMkLst>
        </pc:spChg>
        <pc:spChg chg="add mod">
          <ac:chgData name="Isaac He" userId="b94c372f12195d42" providerId="LiveId" clId="{D4FF6E91-CE4A-495D-BCCA-B95775DDD1DE}" dt="2025-01-23T01:32:59.543" v="569" actId="1076"/>
          <ac:spMkLst>
            <pc:docMk/>
            <pc:sldMk cId="2665510006" sldId="256"/>
            <ac:spMk id="1024" creationId="{636D287C-45D6-97CD-5009-EF96FA3F0E17}"/>
          </ac:spMkLst>
        </pc:spChg>
        <pc:spChg chg="add mod">
          <ac:chgData name="Isaac He" userId="b94c372f12195d42" providerId="LiveId" clId="{D4FF6E91-CE4A-495D-BCCA-B95775DDD1DE}" dt="2025-01-23T01:32:59.543" v="569" actId="1076"/>
          <ac:spMkLst>
            <pc:docMk/>
            <pc:sldMk cId="2665510006" sldId="256"/>
            <ac:spMk id="1025" creationId="{1D4709E6-A306-11CB-B96B-5C82409B6512}"/>
          </ac:spMkLst>
        </pc:spChg>
        <pc:spChg chg="add mod">
          <ac:chgData name="Isaac He" userId="b94c372f12195d42" providerId="LiveId" clId="{D4FF6E91-CE4A-495D-BCCA-B95775DDD1DE}" dt="2025-01-23T01:32:59.543" v="569" actId="1076"/>
          <ac:spMkLst>
            <pc:docMk/>
            <pc:sldMk cId="2665510006" sldId="256"/>
            <ac:spMk id="1027" creationId="{61BAE4CF-92BD-D3B5-A392-CD3C1A6BCB29}"/>
          </ac:spMkLst>
        </pc:spChg>
        <pc:spChg chg="add mod">
          <ac:chgData name="Isaac He" userId="b94c372f12195d42" providerId="LiveId" clId="{D4FF6E91-CE4A-495D-BCCA-B95775DDD1DE}" dt="2025-01-23T01:32:59.543" v="569" actId="1076"/>
          <ac:spMkLst>
            <pc:docMk/>
            <pc:sldMk cId="2665510006" sldId="256"/>
            <ac:spMk id="1029" creationId="{3522FDFD-C27E-A045-0BBD-2B82C9EF4C97}"/>
          </ac:spMkLst>
        </pc:spChg>
        <pc:spChg chg="add mod">
          <ac:chgData name="Isaac He" userId="b94c372f12195d42" providerId="LiveId" clId="{D4FF6E91-CE4A-495D-BCCA-B95775DDD1DE}" dt="2025-01-23T01:32:59.543" v="569" actId="1076"/>
          <ac:spMkLst>
            <pc:docMk/>
            <pc:sldMk cId="2665510006" sldId="256"/>
            <ac:spMk id="1030" creationId="{DA4CEF85-CDD8-CB73-008A-CC0785B49614}"/>
          </ac:spMkLst>
        </pc:spChg>
        <pc:spChg chg="add mod">
          <ac:chgData name="Isaac He" userId="b94c372f12195d42" providerId="LiveId" clId="{D4FF6E91-CE4A-495D-BCCA-B95775DDD1DE}" dt="2025-01-23T01:32:59.543" v="569" actId="1076"/>
          <ac:spMkLst>
            <pc:docMk/>
            <pc:sldMk cId="2665510006" sldId="256"/>
            <ac:spMk id="1031" creationId="{489AADB1-2079-63C8-0462-B7949F73D7E8}"/>
          </ac:spMkLst>
        </pc:spChg>
        <pc:spChg chg="add mod">
          <ac:chgData name="Isaac He" userId="b94c372f12195d42" providerId="LiveId" clId="{D4FF6E91-CE4A-495D-BCCA-B95775DDD1DE}" dt="2025-01-23T01:33:08.877" v="570" actId="1076"/>
          <ac:spMkLst>
            <pc:docMk/>
            <pc:sldMk cId="2665510006" sldId="256"/>
            <ac:spMk id="1032" creationId="{67CFF28C-3925-DF3B-B23A-DC57B60B4D7A}"/>
          </ac:spMkLst>
        </pc:spChg>
        <pc:spChg chg="add mod">
          <ac:chgData name="Isaac He" userId="b94c372f12195d42" providerId="LiveId" clId="{D4FF6E91-CE4A-495D-BCCA-B95775DDD1DE}" dt="2025-01-23T01:33:08.877" v="570" actId="1076"/>
          <ac:spMkLst>
            <pc:docMk/>
            <pc:sldMk cId="2665510006" sldId="256"/>
            <ac:spMk id="1033" creationId="{882A03F3-8D37-A286-1FD5-30030C77B9E5}"/>
          </ac:spMkLst>
        </pc:spChg>
        <pc:spChg chg="add mod">
          <ac:chgData name="Isaac He" userId="b94c372f12195d42" providerId="LiveId" clId="{D4FF6E91-CE4A-495D-BCCA-B95775DDD1DE}" dt="2025-01-23T01:33:08.877" v="570" actId="1076"/>
          <ac:spMkLst>
            <pc:docMk/>
            <pc:sldMk cId="2665510006" sldId="256"/>
            <ac:spMk id="1034" creationId="{587CF0EB-E75A-2846-A157-E93E1E1397BC}"/>
          </ac:spMkLst>
        </pc:spChg>
        <pc:spChg chg="add mod">
          <ac:chgData name="Isaac He" userId="b94c372f12195d42" providerId="LiveId" clId="{D4FF6E91-CE4A-495D-BCCA-B95775DDD1DE}" dt="2025-01-23T01:33:08.877" v="570" actId="1076"/>
          <ac:spMkLst>
            <pc:docMk/>
            <pc:sldMk cId="2665510006" sldId="256"/>
            <ac:spMk id="1035" creationId="{511528A9-17F0-FD74-0730-188B6AA4C1D7}"/>
          </ac:spMkLst>
        </pc:spChg>
        <pc:spChg chg="add mod">
          <ac:chgData name="Isaac He" userId="b94c372f12195d42" providerId="LiveId" clId="{D4FF6E91-CE4A-495D-BCCA-B95775DDD1DE}" dt="2025-01-23T01:30:43.327" v="557"/>
          <ac:spMkLst>
            <pc:docMk/>
            <pc:sldMk cId="2665510006" sldId="256"/>
            <ac:spMk id="1036" creationId="{6C514900-38C1-363C-6A1F-5019AE4AC10C}"/>
          </ac:spMkLst>
        </pc:spChg>
        <pc:spChg chg="add mod">
          <ac:chgData name="Isaac He" userId="b94c372f12195d42" providerId="LiveId" clId="{D4FF6E91-CE4A-495D-BCCA-B95775DDD1DE}" dt="2025-01-23T01:30:43.327" v="557"/>
          <ac:spMkLst>
            <pc:docMk/>
            <pc:sldMk cId="2665510006" sldId="256"/>
            <ac:spMk id="1037" creationId="{A4E1F5AB-257F-7E26-ACFA-F0D4F0915C72}"/>
          </ac:spMkLst>
        </pc:spChg>
        <pc:spChg chg="add mod">
          <ac:chgData name="Isaac He" userId="b94c372f12195d42" providerId="LiveId" clId="{D4FF6E91-CE4A-495D-BCCA-B95775DDD1DE}" dt="2025-01-23T01:30:43.327" v="557"/>
          <ac:spMkLst>
            <pc:docMk/>
            <pc:sldMk cId="2665510006" sldId="256"/>
            <ac:spMk id="1038" creationId="{C734C306-6D73-E0D7-992C-C506C585632F}"/>
          </ac:spMkLst>
        </pc:spChg>
        <pc:spChg chg="add mod">
          <ac:chgData name="Isaac He" userId="b94c372f12195d42" providerId="LiveId" clId="{D4FF6E91-CE4A-495D-BCCA-B95775DDD1DE}" dt="2025-01-23T01:30:43.327" v="557"/>
          <ac:spMkLst>
            <pc:docMk/>
            <pc:sldMk cId="2665510006" sldId="256"/>
            <ac:spMk id="1039" creationId="{7D408BE3-B447-32F7-30C1-8887F8DB7ED2}"/>
          </ac:spMkLst>
        </pc:spChg>
        <pc:spChg chg="add mod">
          <ac:chgData name="Isaac He" userId="b94c372f12195d42" providerId="LiveId" clId="{D4FF6E91-CE4A-495D-BCCA-B95775DDD1DE}" dt="2025-01-23T01:33:08.877" v="570" actId="1076"/>
          <ac:spMkLst>
            <pc:docMk/>
            <pc:sldMk cId="2665510006" sldId="256"/>
            <ac:spMk id="1040" creationId="{E37E9B85-8A0C-C7C1-ADFF-30F13AE9DD04}"/>
          </ac:spMkLst>
        </pc:spChg>
        <pc:spChg chg="add mod">
          <ac:chgData name="Isaac He" userId="b94c372f12195d42" providerId="LiveId" clId="{D4FF6E91-CE4A-495D-BCCA-B95775DDD1DE}" dt="2025-01-23T01:37:21.736" v="641" actId="20577"/>
          <ac:spMkLst>
            <pc:docMk/>
            <pc:sldMk cId="2665510006" sldId="256"/>
            <ac:spMk id="1041" creationId="{7E53DED8-A00F-974B-E5FF-18FBD2C13F00}"/>
          </ac:spMkLst>
        </pc:spChg>
        <pc:spChg chg="add mod">
          <ac:chgData name="Isaac He" userId="b94c372f12195d42" providerId="LiveId" clId="{D4FF6E91-CE4A-495D-BCCA-B95775DDD1DE}" dt="2025-01-23T01:35:26.317" v="598" actId="207"/>
          <ac:spMkLst>
            <pc:docMk/>
            <pc:sldMk cId="2665510006" sldId="256"/>
            <ac:spMk id="1042" creationId="{F32201CD-710D-3C5E-3D99-13135B1C6271}"/>
          </ac:spMkLst>
        </pc:spChg>
        <pc:spChg chg="add mod">
          <ac:chgData name="Isaac He" userId="b94c372f12195d42" providerId="LiveId" clId="{D4FF6E91-CE4A-495D-BCCA-B95775DDD1DE}" dt="2025-01-23T01:35:26.317" v="598" actId="207"/>
          <ac:spMkLst>
            <pc:docMk/>
            <pc:sldMk cId="2665510006" sldId="256"/>
            <ac:spMk id="1043" creationId="{B1851BD9-2C66-78AD-046E-D5A7BA719D71}"/>
          </ac:spMkLst>
        </pc:spChg>
        <pc:spChg chg="add mod">
          <ac:chgData name="Isaac He" userId="b94c372f12195d42" providerId="LiveId" clId="{D4FF6E91-CE4A-495D-BCCA-B95775DDD1DE}" dt="2025-01-23T01:35:26.317" v="598" actId="207"/>
          <ac:spMkLst>
            <pc:docMk/>
            <pc:sldMk cId="2665510006" sldId="256"/>
            <ac:spMk id="1044" creationId="{BB1432E1-17E8-A666-10B2-88B9B20CA5DB}"/>
          </ac:spMkLst>
        </pc:spChg>
        <pc:spChg chg="add mod">
          <ac:chgData name="Isaac He" userId="b94c372f12195d42" providerId="LiveId" clId="{D4FF6E91-CE4A-495D-BCCA-B95775DDD1DE}" dt="2025-01-23T01:35:26.317" v="598" actId="207"/>
          <ac:spMkLst>
            <pc:docMk/>
            <pc:sldMk cId="2665510006" sldId="256"/>
            <ac:spMk id="1045" creationId="{C2623804-EEE8-38F6-3EA2-7FCCC421D6A0}"/>
          </ac:spMkLst>
        </pc:spChg>
        <pc:spChg chg="add mod">
          <ac:chgData name="Isaac He" userId="b94c372f12195d42" providerId="LiveId" clId="{D4FF6E91-CE4A-495D-BCCA-B95775DDD1DE}" dt="2025-01-23T01:35:26.317" v="598" actId="207"/>
          <ac:spMkLst>
            <pc:docMk/>
            <pc:sldMk cId="2665510006" sldId="256"/>
            <ac:spMk id="1046" creationId="{85017793-3326-559E-C571-D9C99C775D63}"/>
          </ac:spMkLst>
        </pc:spChg>
        <pc:spChg chg="add mod">
          <ac:chgData name="Isaac He" userId="b94c372f12195d42" providerId="LiveId" clId="{D4FF6E91-CE4A-495D-BCCA-B95775DDD1DE}" dt="2025-01-23T01:35:26.317" v="598" actId="207"/>
          <ac:spMkLst>
            <pc:docMk/>
            <pc:sldMk cId="2665510006" sldId="256"/>
            <ac:spMk id="1047" creationId="{E7F9068E-EDC2-1A44-48D4-FF66C9019146}"/>
          </ac:spMkLst>
        </pc:spChg>
        <pc:spChg chg="add mod">
          <ac:chgData name="Isaac He" userId="b94c372f12195d42" providerId="LiveId" clId="{D4FF6E91-CE4A-495D-BCCA-B95775DDD1DE}" dt="2025-01-23T01:35:26.317" v="598" actId="207"/>
          <ac:spMkLst>
            <pc:docMk/>
            <pc:sldMk cId="2665510006" sldId="256"/>
            <ac:spMk id="1048" creationId="{00F4A5CA-3DE6-7E77-D26D-98E9CD93FB03}"/>
          </ac:spMkLst>
        </pc:spChg>
        <pc:spChg chg="add mod">
          <ac:chgData name="Isaac He" userId="b94c372f12195d42" providerId="LiveId" clId="{D4FF6E91-CE4A-495D-BCCA-B95775DDD1DE}" dt="2025-01-23T01:35:26.317" v="598" actId="207"/>
          <ac:spMkLst>
            <pc:docMk/>
            <pc:sldMk cId="2665510006" sldId="256"/>
            <ac:spMk id="1049" creationId="{B2CB8FD1-5A39-0AFA-DE32-303020D6ACA6}"/>
          </ac:spMkLst>
        </pc:spChg>
        <pc:spChg chg="del mod">
          <ac:chgData name="Isaac He" userId="b94c372f12195d42" providerId="LiveId" clId="{D4FF6E91-CE4A-495D-BCCA-B95775DDD1DE}" dt="2025-01-23T01:34:40.513" v="596" actId="478"/>
          <ac:spMkLst>
            <pc:docMk/>
            <pc:sldMk cId="2665510006" sldId="256"/>
            <ac:spMk id="1050" creationId="{9E61D575-177F-A384-465D-7384A4CEB3C8}"/>
          </ac:spMkLst>
        </pc:spChg>
        <pc:spChg chg="add del mod">
          <ac:chgData name="Isaac He" userId="b94c372f12195d42" providerId="LiveId" clId="{D4FF6E91-CE4A-495D-BCCA-B95775DDD1DE}" dt="2025-01-23T01:33:19.755" v="571" actId="478"/>
          <ac:spMkLst>
            <pc:docMk/>
            <pc:sldMk cId="2665510006" sldId="256"/>
            <ac:spMk id="1051" creationId="{C4AC0F64-0F5E-F8F2-222E-DAEB5F3A1172}"/>
          </ac:spMkLst>
        </pc:spChg>
        <pc:spChg chg="del">
          <ac:chgData name="Isaac He" userId="b94c372f12195d42" providerId="LiveId" clId="{D4FF6E91-CE4A-495D-BCCA-B95775DDD1DE}" dt="2025-01-23T01:33:42.273" v="573" actId="478"/>
          <ac:spMkLst>
            <pc:docMk/>
            <pc:sldMk cId="2665510006" sldId="256"/>
            <ac:spMk id="1052" creationId="{25A14C83-87FA-8064-3625-B5F99F4831E5}"/>
          </ac:spMkLst>
        </pc:spChg>
        <pc:spChg chg="add mod">
          <ac:chgData name="Isaac He" userId="b94c372f12195d42" providerId="LiveId" clId="{D4FF6E91-CE4A-495D-BCCA-B95775DDD1DE}" dt="2025-01-23T01:35:56.502" v="606" actId="14100"/>
          <ac:spMkLst>
            <pc:docMk/>
            <pc:sldMk cId="2665510006" sldId="256"/>
            <ac:spMk id="1053" creationId="{44835A1C-35F6-C1BF-168F-5215EFE8DE64}"/>
          </ac:spMkLst>
        </pc:spChg>
        <pc:spChg chg="add mod">
          <ac:chgData name="Isaac He" userId="b94c372f12195d42" providerId="LiveId" clId="{D4FF6E91-CE4A-495D-BCCA-B95775DDD1DE}" dt="2025-01-23T01:36:38.208" v="617" actId="1037"/>
          <ac:spMkLst>
            <pc:docMk/>
            <pc:sldMk cId="2665510006" sldId="256"/>
            <ac:spMk id="1054" creationId="{A494C0F6-618B-DAAF-2923-EB8240B46110}"/>
          </ac:spMkLst>
        </pc:spChg>
        <pc:spChg chg="add mod ord">
          <ac:chgData name="Isaac He" userId="b94c372f12195d42" providerId="LiveId" clId="{D4FF6E91-CE4A-495D-BCCA-B95775DDD1DE}" dt="2025-01-23T01:38:00.759" v="675" actId="1036"/>
          <ac:spMkLst>
            <pc:docMk/>
            <pc:sldMk cId="2665510006" sldId="256"/>
            <ac:spMk id="1055" creationId="{1F5BAD51-9956-ACBB-B789-74051CCBF70B}"/>
          </ac:spMkLst>
        </pc:spChg>
        <pc:spChg chg="add mod">
          <ac:chgData name="Isaac He" userId="b94c372f12195d42" providerId="LiveId" clId="{D4FF6E91-CE4A-495D-BCCA-B95775DDD1DE}" dt="2025-01-23T01:38:16.298" v="681" actId="20577"/>
          <ac:spMkLst>
            <pc:docMk/>
            <pc:sldMk cId="2665510006" sldId="256"/>
            <ac:spMk id="1056" creationId="{040F29BF-1651-71AE-80AB-C73388D8865C}"/>
          </ac:spMkLst>
        </pc:spChg>
        <pc:spChg chg="add mod">
          <ac:chgData name="Isaac He" userId="b94c372f12195d42" providerId="LiveId" clId="{D4FF6E91-CE4A-495D-BCCA-B95775DDD1DE}" dt="2025-01-23T01:39:29.532" v="737" actId="1076"/>
          <ac:spMkLst>
            <pc:docMk/>
            <pc:sldMk cId="2665510006" sldId="256"/>
            <ac:spMk id="1057" creationId="{6960D027-3673-4CCD-B15D-3B4DCEE2C95C}"/>
          </ac:spMkLst>
        </pc:spChg>
        <pc:graphicFrameChg chg="mod modGraphic">
          <ac:chgData name="Isaac He" userId="b94c372f12195d42" providerId="LiveId" clId="{D4FF6E91-CE4A-495D-BCCA-B95775DDD1DE}" dt="2025-01-23T00:34:27.286" v="46" actId="1036"/>
          <ac:graphicFrameMkLst>
            <pc:docMk/>
            <pc:sldMk cId="2665510006" sldId="256"/>
            <ac:graphicFrameMk id="41" creationId="{37F0F63E-F6D9-3754-38A4-E6DA60227B5A}"/>
          </ac:graphicFrameMkLst>
        </pc:graphicFrameChg>
        <pc:picChg chg="add mod">
          <ac:chgData name="Isaac He" userId="b94c372f12195d42" providerId="LiveId" clId="{D4FF6E91-CE4A-495D-BCCA-B95775DDD1DE}" dt="2025-01-23T01:38:39.308" v="693" actId="1036"/>
          <ac:picMkLst>
            <pc:docMk/>
            <pc:sldMk cId="2665510006" sldId="256"/>
            <ac:picMk id="19" creationId="{84D15E1B-14FE-9890-E6DC-F7DA822F3B93}"/>
          </ac:picMkLst>
        </pc:picChg>
        <pc:picChg chg="add del mod">
          <ac:chgData name="Isaac He" userId="b94c372f12195d42" providerId="LiveId" clId="{D4FF6E91-CE4A-495D-BCCA-B95775DDD1DE}" dt="2025-01-23T00:50:26.985" v="179" actId="478"/>
          <ac:picMkLst>
            <pc:docMk/>
            <pc:sldMk cId="2665510006" sldId="256"/>
            <ac:picMk id="20" creationId="{FFD5BE93-A0C6-A95C-1F3A-1645C698B676}"/>
          </ac:picMkLst>
        </pc:picChg>
        <pc:picChg chg="add del mod">
          <ac:chgData name="Isaac He" userId="b94c372f12195d42" providerId="LiveId" clId="{D4FF6E91-CE4A-495D-BCCA-B95775DDD1DE}" dt="2025-01-23T00:52:07.888" v="222" actId="478"/>
          <ac:picMkLst>
            <pc:docMk/>
            <pc:sldMk cId="2665510006" sldId="256"/>
            <ac:picMk id="21" creationId="{17327C87-8C00-7EA7-9443-61918208D5C7}"/>
          </ac:picMkLst>
        </pc:picChg>
        <pc:picChg chg="add del mod">
          <ac:chgData name="Isaac He" userId="b94c372f12195d42" providerId="LiveId" clId="{D4FF6E91-CE4A-495D-BCCA-B95775DDD1DE}" dt="2025-01-23T00:52:09.141" v="223" actId="478"/>
          <ac:picMkLst>
            <pc:docMk/>
            <pc:sldMk cId="2665510006" sldId="256"/>
            <ac:picMk id="22" creationId="{1D52E810-4BA4-067F-7B25-A378AEFE2ABB}"/>
          </ac:picMkLst>
        </pc:picChg>
        <pc:picChg chg="add mod">
          <ac:chgData name="Isaac He" userId="b94c372f12195d42" providerId="LiveId" clId="{D4FF6E91-CE4A-495D-BCCA-B95775DDD1DE}" dt="2025-01-23T01:38:39.308" v="693" actId="1036"/>
          <ac:picMkLst>
            <pc:docMk/>
            <pc:sldMk cId="2665510006" sldId="256"/>
            <ac:picMk id="24" creationId="{25D94AEC-810C-7B6D-6715-0331B9913F19}"/>
          </ac:picMkLst>
        </pc:picChg>
        <pc:picChg chg="add mod">
          <ac:chgData name="Isaac He" userId="b94c372f12195d42" providerId="LiveId" clId="{D4FF6E91-CE4A-495D-BCCA-B95775DDD1DE}" dt="2025-01-23T01:38:39.308" v="693" actId="1036"/>
          <ac:picMkLst>
            <pc:docMk/>
            <pc:sldMk cId="2665510006" sldId="256"/>
            <ac:picMk id="25" creationId="{2309698E-E5EA-0D0B-0087-09E14ECFC01A}"/>
          </ac:picMkLst>
        </pc:picChg>
        <pc:picChg chg="add mod">
          <ac:chgData name="Isaac He" userId="b94c372f12195d42" providerId="LiveId" clId="{D4FF6E91-CE4A-495D-BCCA-B95775DDD1DE}" dt="2025-01-23T01:39:42.926" v="759" actId="1038"/>
          <ac:picMkLst>
            <pc:docMk/>
            <pc:sldMk cId="2665510006" sldId="256"/>
            <ac:picMk id="58" creationId="{1E6A94B1-BE17-1038-64D8-9BF9CEDD6443}"/>
          </ac:picMkLst>
        </pc:picChg>
        <pc:picChg chg="add mod">
          <ac:chgData name="Isaac He" userId="b94c372f12195d42" providerId="LiveId" clId="{D4FF6E91-CE4A-495D-BCCA-B95775DDD1DE}" dt="2025-01-23T01:39:42.926" v="759" actId="1038"/>
          <ac:picMkLst>
            <pc:docMk/>
            <pc:sldMk cId="2665510006" sldId="256"/>
            <ac:picMk id="60" creationId="{096008BB-FCB5-9730-1558-2E6792EA8659}"/>
          </ac:picMkLst>
        </pc:picChg>
        <pc:picChg chg="add del mod">
          <ac:chgData name="Isaac He" userId="b94c372f12195d42" providerId="LiveId" clId="{D4FF6E91-CE4A-495D-BCCA-B95775DDD1DE}" dt="2025-01-23T01:14:15.526" v="427" actId="478"/>
          <ac:picMkLst>
            <pc:docMk/>
            <pc:sldMk cId="2665510006" sldId="256"/>
            <ac:picMk id="1028" creationId="{C49FAFA9-27FC-E30D-4663-71138DDF7EE3}"/>
          </ac:picMkLst>
        </pc:picChg>
        <pc:cxnChg chg="add del mod">
          <ac:chgData name="Isaac He" userId="b94c372f12195d42" providerId="LiveId" clId="{D4FF6E91-CE4A-495D-BCCA-B95775DDD1DE}" dt="2025-01-23T00:39:55.930" v="154" actId="478"/>
          <ac:cxnSpMkLst>
            <pc:docMk/>
            <pc:sldMk cId="2665510006" sldId="256"/>
            <ac:cxnSpMk id="8" creationId="{609B97D7-91BB-6127-1B28-AB0D497D3126}"/>
          </ac:cxnSpMkLst>
        </pc:cxnChg>
        <pc:cxnChg chg="add del mod">
          <ac:chgData name="Isaac He" userId="b94c372f12195d42" providerId="LiveId" clId="{D4FF6E91-CE4A-495D-BCCA-B95775DDD1DE}" dt="2025-01-23T00:41:36.178" v="159" actId="478"/>
          <ac:cxnSpMkLst>
            <pc:docMk/>
            <pc:sldMk cId="2665510006" sldId="256"/>
            <ac:cxnSpMk id="15" creationId="{0E7270D9-8743-A206-1D0B-AE3C4D49E0AD}"/>
          </ac:cxnSpMkLst>
        </pc:cxnChg>
        <pc:cxnChg chg="add mod">
          <ac:chgData name="Isaac He" userId="b94c372f12195d42" providerId="LiveId" clId="{D4FF6E91-CE4A-495D-BCCA-B95775DDD1DE}" dt="2025-01-23T00:59:36.004" v="331" actId="14100"/>
          <ac:cxnSpMkLst>
            <pc:docMk/>
            <pc:sldMk cId="2665510006" sldId="256"/>
            <ac:cxnSpMk id="32" creationId="{8ACF4CB5-8020-4A01-F6B6-C96EBB6A24B0}"/>
          </ac:cxnSpMkLst>
        </pc:cxnChg>
        <pc:cxnChg chg="add mod">
          <ac:chgData name="Isaac He" userId="b94c372f12195d42" providerId="LiveId" clId="{D4FF6E91-CE4A-495D-BCCA-B95775DDD1DE}" dt="2025-01-23T01:03:48.576" v="419" actId="1037"/>
          <ac:cxnSpMkLst>
            <pc:docMk/>
            <pc:sldMk cId="2665510006" sldId="256"/>
            <ac:cxnSpMk id="51" creationId="{9C783E59-8ED5-80B6-C836-E234B5CC5CCE}"/>
          </ac:cxnSpMkLst>
        </pc:cxnChg>
        <pc:cxnChg chg="add mod">
          <ac:chgData name="Isaac He" userId="b94c372f12195d42" providerId="LiveId" clId="{D4FF6E91-CE4A-495D-BCCA-B95775DDD1DE}" dt="2025-01-23T01:03:17.856" v="398" actId="1035"/>
          <ac:cxnSpMkLst>
            <pc:docMk/>
            <pc:sldMk cId="2665510006" sldId="256"/>
            <ac:cxnSpMk id="52" creationId="{B997F6A3-32CB-9FC3-C9AA-40712618C178}"/>
          </ac:cxnSpMkLst>
        </pc:cxnChg>
      </pc:sldChg>
      <pc:sldChg chg="new del">
        <pc:chgData name="Isaac He" userId="b94c372f12195d42" providerId="LiveId" clId="{D4FF6E91-CE4A-495D-BCCA-B95775DDD1DE}" dt="2025-01-23T00:55:19.597" v="274" actId="680"/>
        <pc:sldMkLst>
          <pc:docMk/>
          <pc:sldMk cId="1088540988" sldId="257"/>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コンテンツ プレースホルダー 7">
            <a:extLst>
              <a:ext uri="{FF2B5EF4-FFF2-40B4-BE49-F238E27FC236}">
                <a16:creationId xmlns:a16="http://schemas.microsoft.com/office/drawing/2014/main" id="{E6A27C35-C23F-8E48-A048-104A03441C5B}"/>
              </a:ext>
            </a:extLst>
          </p:cNvPr>
          <p:cNvSpPr>
            <a:spLocks noGrp="1"/>
          </p:cNvSpPr>
          <p:nvPr>
            <p:ph sz="quarter" idx="10" hasCustomPrompt="1"/>
          </p:nvPr>
        </p:nvSpPr>
        <p:spPr>
          <a:xfrm>
            <a:off x="1301750" y="6954838"/>
            <a:ext cx="13550900" cy="859126"/>
          </a:xfrm>
          <a:prstGeom prst="rect">
            <a:avLst/>
          </a:prstGeom>
        </p:spPr>
        <p:txBody>
          <a:bodyPr/>
          <a:lstStyle>
            <a:lvl1pPr marL="360000" indent="-781200">
              <a:buSzPct val="120000"/>
              <a:buFontTx/>
              <a:buBlip>
                <a:blip r:embed="rId2"/>
              </a:buBlip>
              <a:defRPr sz="5600"/>
            </a:lvl1pPr>
          </a:lstStyle>
          <a:p>
            <a:pPr lvl="0"/>
            <a:r>
              <a:rPr kumimoji="1" lang="en-US" altLang="ja-JP" dirty="0"/>
              <a:t>Title</a:t>
            </a:r>
            <a:endParaRPr kumimoji="1" lang="ja-JP" altLang="en-US"/>
          </a:p>
        </p:txBody>
      </p:sp>
      <p:sp>
        <p:nvSpPr>
          <p:cNvPr id="14" name="テキスト プレースホルダー 13">
            <a:extLst>
              <a:ext uri="{FF2B5EF4-FFF2-40B4-BE49-F238E27FC236}">
                <a16:creationId xmlns:a16="http://schemas.microsoft.com/office/drawing/2014/main" id="{93E1F4B0-AA7C-DA4E-BAA3-4A6D8E60D43A}"/>
              </a:ext>
            </a:extLst>
          </p:cNvPr>
          <p:cNvSpPr>
            <a:spLocks noGrp="1"/>
          </p:cNvSpPr>
          <p:nvPr>
            <p:ph type="body" sz="quarter" idx="12" hasCustomPrompt="1"/>
          </p:nvPr>
        </p:nvSpPr>
        <p:spPr>
          <a:xfrm>
            <a:off x="16957675" y="3657600"/>
            <a:ext cx="12080875" cy="1219200"/>
          </a:xfrm>
          <a:prstGeom prst="rect">
            <a:avLst/>
          </a:prstGeom>
        </p:spPr>
        <p:txBody>
          <a:bodyPr/>
          <a:lstStyle>
            <a:lvl1pPr>
              <a:defRPr sz="3200"/>
            </a:lvl1pPr>
          </a:lstStyle>
          <a:p>
            <a:pPr lvl="0"/>
            <a:r>
              <a:rPr kumimoji="1" lang="en-US" altLang="ja-JP" dirty="0"/>
              <a:t>Name</a:t>
            </a:r>
            <a:endParaRPr kumimoji="1" lang="ja-JP" altLang="en-US"/>
          </a:p>
        </p:txBody>
      </p:sp>
      <p:sp>
        <p:nvSpPr>
          <p:cNvPr id="16" name="テキスト プレースホルダー 15">
            <a:extLst>
              <a:ext uri="{FF2B5EF4-FFF2-40B4-BE49-F238E27FC236}">
                <a16:creationId xmlns:a16="http://schemas.microsoft.com/office/drawing/2014/main" id="{6A1871EB-2E05-8241-A362-031318C1CB6B}"/>
              </a:ext>
            </a:extLst>
          </p:cNvPr>
          <p:cNvSpPr>
            <a:spLocks noGrp="1"/>
          </p:cNvSpPr>
          <p:nvPr>
            <p:ph type="body" sz="quarter" idx="13" hasCustomPrompt="1"/>
          </p:nvPr>
        </p:nvSpPr>
        <p:spPr>
          <a:xfrm>
            <a:off x="16957675" y="5099196"/>
            <a:ext cx="12080875" cy="719714"/>
          </a:xfrm>
          <a:prstGeom prst="rect">
            <a:avLst/>
          </a:prstGeom>
        </p:spPr>
        <p:txBody>
          <a:bodyPr/>
          <a:lstStyle>
            <a:lvl1pPr>
              <a:defRPr sz="3200"/>
            </a:lvl1pPr>
          </a:lstStyle>
          <a:p>
            <a:pPr lvl="0"/>
            <a:r>
              <a:rPr kumimoji="1" lang="en-US" altLang="ja-JP" dirty="0"/>
              <a:t>RIKEN R-CCS</a:t>
            </a:r>
            <a:endParaRPr kumimoji="1" lang="ja-JP" altLang="en-US"/>
          </a:p>
        </p:txBody>
      </p:sp>
      <p:sp>
        <p:nvSpPr>
          <p:cNvPr id="18" name="テキスト プレースホルダー 17">
            <a:extLst>
              <a:ext uri="{FF2B5EF4-FFF2-40B4-BE49-F238E27FC236}">
                <a16:creationId xmlns:a16="http://schemas.microsoft.com/office/drawing/2014/main" id="{5E3A38EB-D249-0847-B301-4437D200BF21}"/>
              </a:ext>
            </a:extLst>
          </p:cNvPr>
          <p:cNvSpPr>
            <a:spLocks noGrp="1"/>
          </p:cNvSpPr>
          <p:nvPr>
            <p:ph type="body" sz="quarter" idx="14" hasCustomPrompt="1"/>
          </p:nvPr>
        </p:nvSpPr>
        <p:spPr>
          <a:xfrm>
            <a:off x="1301750" y="8062913"/>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21" name="テキスト プレースホルダー 20">
            <a:extLst>
              <a:ext uri="{FF2B5EF4-FFF2-40B4-BE49-F238E27FC236}">
                <a16:creationId xmlns:a16="http://schemas.microsoft.com/office/drawing/2014/main" id="{98A8F568-E048-8D44-90BD-D2A3D2C02429}"/>
              </a:ext>
            </a:extLst>
          </p:cNvPr>
          <p:cNvSpPr>
            <a:spLocks noGrp="1"/>
          </p:cNvSpPr>
          <p:nvPr>
            <p:ph type="body" sz="quarter" idx="15" hasCustomPrompt="1"/>
          </p:nvPr>
        </p:nvSpPr>
        <p:spPr>
          <a:xfrm>
            <a:off x="1301750" y="9042400"/>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23" name="テキスト プレースホルダー 22">
            <a:extLst>
              <a:ext uri="{FF2B5EF4-FFF2-40B4-BE49-F238E27FC236}">
                <a16:creationId xmlns:a16="http://schemas.microsoft.com/office/drawing/2014/main" id="{9672AF87-911D-7640-84F1-02E84DD045A6}"/>
              </a:ext>
            </a:extLst>
          </p:cNvPr>
          <p:cNvSpPr>
            <a:spLocks noGrp="1"/>
          </p:cNvSpPr>
          <p:nvPr>
            <p:ph type="body" sz="quarter" idx="16" hasCustomPrompt="1"/>
          </p:nvPr>
        </p:nvSpPr>
        <p:spPr>
          <a:xfrm>
            <a:off x="1301750" y="10160000"/>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25" name="コンテンツ プレースホルダー 7">
            <a:extLst>
              <a:ext uri="{FF2B5EF4-FFF2-40B4-BE49-F238E27FC236}">
                <a16:creationId xmlns:a16="http://schemas.microsoft.com/office/drawing/2014/main" id="{FF9EB1EB-ACA9-0C48-90E3-702C3AD32355}"/>
              </a:ext>
            </a:extLst>
          </p:cNvPr>
          <p:cNvSpPr>
            <a:spLocks noGrp="1"/>
          </p:cNvSpPr>
          <p:nvPr>
            <p:ph sz="quarter" idx="17" hasCustomPrompt="1"/>
          </p:nvPr>
        </p:nvSpPr>
        <p:spPr>
          <a:xfrm>
            <a:off x="1301750" y="13486267"/>
            <a:ext cx="13550900" cy="859126"/>
          </a:xfrm>
          <a:prstGeom prst="rect">
            <a:avLst/>
          </a:prstGeom>
        </p:spPr>
        <p:txBody>
          <a:bodyPr/>
          <a:lstStyle>
            <a:lvl1pPr marL="360000" indent="-637200" fontAlgn="auto">
              <a:buSzPct val="170000"/>
              <a:buFontTx/>
              <a:buBlip>
                <a:blip r:embed="rId4"/>
              </a:buBlip>
              <a:defRPr sz="5600"/>
            </a:lvl1pPr>
          </a:lstStyle>
          <a:p>
            <a:pPr lvl="0"/>
            <a:r>
              <a:rPr kumimoji="1" lang="en-US" altLang="ja-JP" dirty="0"/>
              <a:t>Title</a:t>
            </a:r>
            <a:endParaRPr kumimoji="1" lang="ja-JP" altLang="en-US"/>
          </a:p>
        </p:txBody>
      </p:sp>
      <p:sp>
        <p:nvSpPr>
          <p:cNvPr id="26" name="テキスト プレースホルダー 17">
            <a:extLst>
              <a:ext uri="{FF2B5EF4-FFF2-40B4-BE49-F238E27FC236}">
                <a16:creationId xmlns:a16="http://schemas.microsoft.com/office/drawing/2014/main" id="{061C1120-9D74-AA4A-8B0F-D4E37FB0EAB6}"/>
              </a:ext>
            </a:extLst>
          </p:cNvPr>
          <p:cNvSpPr>
            <a:spLocks noGrp="1"/>
          </p:cNvSpPr>
          <p:nvPr>
            <p:ph type="body" sz="quarter" idx="18" hasCustomPrompt="1"/>
          </p:nvPr>
        </p:nvSpPr>
        <p:spPr>
          <a:xfrm>
            <a:off x="1301750" y="14594342"/>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27" name="テキスト プレースホルダー 20">
            <a:extLst>
              <a:ext uri="{FF2B5EF4-FFF2-40B4-BE49-F238E27FC236}">
                <a16:creationId xmlns:a16="http://schemas.microsoft.com/office/drawing/2014/main" id="{6DF0AD25-44ED-C048-93CE-E54D08305A29}"/>
              </a:ext>
            </a:extLst>
          </p:cNvPr>
          <p:cNvSpPr>
            <a:spLocks noGrp="1"/>
          </p:cNvSpPr>
          <p:nvPr>
            <p:ph type="body" sz="quarter" idx="19" hasCustomPrompt="1"/>
          </p:nvPr>
        </p:nvSpPr>
        <p:spPr>
          <a:xfrm>
            <a:off x="1301750" y="15573829"/>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28" name="テキスト プレースホルダー 22">
            <a:extLst>
              <a:ext uri="{FF2B5EF4-FFF2-40B4-BE49-F238E27FC236}">
                <a16:creationId xmlns:a16="http://schemas.microsoft.com/office/drawing/2014/main" id="{C38D6649-818F-E34E-A4BA-444B1466316C}"/>
              </a:ext>
            </a:extLst>
          </p:cNvPr>
          <p:cNvSpPr>
            <a:spLocks noGrp="1"/>
          </p:cNvSpPr>
          <p:nvPr>
            <p:ph type="body" sz="quarter" idx="20" hasCustomPrompt="1"/>
          </p:nvPr>
        </p:nvSpPr>
        <p:spPr>
          <a:xfrm>
            <a:off x="1301750" y="16691429"/>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30" name="コンテンツ プレースホルダー 7">
            <a:extLst>
              <a:ext uri="{FF2B5EF4-FFF2-40B4-BE49-F238E27FC236}">
                <a16:creationId xmlns:a16="http://schemas.microsoft.com/office/drawing/2014/main" id="{DC620BC7-E321-2C40-8B03-D8E8DB9ACA1C}"/>
              </a:ext>
            </a:extLst>
          </p:cNvPr>
          <p:cNvSpPr>
            <a:spLocks noGrp="1"/>
          </p:cNvSpPr>
          <p:nvPr>
            <p:ph sz="quarter" idx="21" hasCustomPrompt="1"/>
          </p:nvPr>
        </p:nvSpPr>
        <p:spPr>
          <a:xfrm>
            <a:off x="1301750" y="19887067"/>
            <a:ext cx="13550900" cy="859126"/>
          </a:xfrm>
          <a:prstGeom prst="rect">
            <a:avLst/>
          </a:prstGeom>
        </p:spPr>
        <p:txBody>
          <a:bodyPr/>
          <a:lstStyle>
            <a:lvl1pPr marL="360000" indent="-637200" fontAlgn="auto">
              <a:buSzPct val="170000"/>
              <a:buFontTx/>
              <a:buBlip>
                <a:blip r:embed="rId5"/>
              </a:buBlip>
              <a:defRPr sz="5600"/>
            </a:lvl1pPr>
          </a:lstStyle>
          <a:p>
            <a:pPr lvl="0"/>
            <a:r>
              <a:rPr kumimoji="1" lang="en-US" altLang="ja-JP" dirty="0"/>
              <a:t>Title</a:t>
            </a:r>
            <a:endParaRPr kumimoji="1" lang="ja-JP" altLang="en-US"/>
          </a:p>
        </p:txBody>
      </p:sp>
      <p:sp>
        <p:nvSpPr>
          <p:cNvPr id="31" name="テキスト プレースホルダー 17">
            <a:extLst>
              <a:ext uri="{FF2B5EF4-FFF2-40B4-BE49-F238E27FC236}">
                <a16:creationId xmlns:a16="http://schemas.microsoft.com/office/drawing/2014/main" id="{8E1B915C-1B54-2041-A4D9-53EB78F7D46B}"/>
              </a:ext>
            </a:extLst>
          </p:cNvPr>
          <p:cNvSpPr>
            <a:spLocks noGrp="1"/>
          </p:cNvSpPr>
          <p:nvPr>
            <p:ph type="body" sz="quarter" idx="22" hasCustomPrompt="1"/>
          </p:nvPr>
        </p:nvSpPr>
        <p:spPr>
          <a:xfrm>
            <a:off x="1301750" y="20995142"/>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32" name="テキスト プレースホルダー 20">
            <a:extLst>
              <a:ext uri="{FF2B5EF4-FFF2-40B4-BE49-F238E27FC236}">
                <a16:creationId xmlns:a16="http://schemas.microsoft.com/office/drawing/2014/main" id="{F9899A8B-6ADB-A04F-A682-ACCFC475DA71}"/>
              </a:ext>
            </a:extLst>
          </p:cNvPr>
          <p:cNvSpPr>
            <a:spLocks noGrp="1"/>
          </p:cNvSpPr>
          <p:nvPr>
            <p:ph type="body" sz="quarter" idx="23" hasCustomPrompt="1"/>
          </p:nvPr>
        </p:nvSpPr>
        <p:spPr>
          <a:xfrm>
            <a:off x="1301750" y="21974629"/>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33" name="テキスト プレースホルダー 22">
            <a:extLst>
              <a:ext uri="{FF2B5EF4-FFF2-40B4-BE49-F238E27FC236}">
                <a16:creationId xmlns:a16="http://schemas.microsoft.com/office/drawing/2014/main" id="{15B4D1B1-CECA-FC47-A855-46D18B322EC9}"/>
              </a:ext>
            </a:extLst>
          </p:cNvPr>
          <p:cNvSpPr>
            <a:spLocks noGrp="1"/>
          </p:cNvSpPr>
          <p:nvPr>
            <p:ph type="body" sz="quarter" idx="24" hasCustomPrompt="1"/>
          </p:nvPr>
        </p:nvSpPr>
        <p:spPr>
          <a:xfrm>
            <a:off x="1301750" y="23092229"/>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47" name="コンテンツ プレースホルダー 7">
            <a:extLst>
              <a:ext uri="{FF2B5EF4-FFF2-40B4-BE49-F238E27FC236}">
                <a16:creationId xmlns:a16="http://schemas.microsoft.com/office/drawing/2014/main" id="{52EB1C78-24BB-3C47-AFFB-3D3A1E8FD3D4}"/>
              </a:ext>
            </a:extLst>
          </p:cNvPr>
          <p:cNvSpPr>
            <a:spLocks noGrp="1"/>
          </p:cNvSpPr>
          <p:nvPr>
            <p:ph sz="quarter" idx="25" hasCustomPrompt="1"/>
          </p:nvPr>
        </p:nvSpPr>
        <p:spPr>
          <a:xfrm>
            <a:off x="15574342" y="6954838"/>
            <a:ext cx="13550900" cy="859126"/>
          </a:xfrm>
          <a:prstGeom prst="rect">
            <a:avLst/>
          </a:prstGeom>
        </p:spPr>
        <p:txBody>
          <a:bodyPr/>
          <a:lstStyle>
            <a:lvl1pPr marL="360000" indent="-781200">
              <a:buSzPct val="120000"/>
              <a:buFontTx/>
              <a:buBlip>
                <a:blip r:embed="rId2"/>
              </a:buBlip>
              <a:defRPr sz="5600"/>
            </a:lvl1pPr>
          </a:lstStyle>
          <a:p>
            <a:pPr lvl="0"/>
            <a:r>
              <a:rPr kumimoji="1" lang="en-US" altLang="ja-JP" dirty="0"/>
              <a:t>Title</a:t>
            </a:r>
            <a:endParaRPr kumimoji="1" lang="ja-JP" altLang="en-US"/>
          </a:p>
        </p:txBody>
      </p:sp>
      <p:sp>
        <p:nvSpPr>
          <p:cNvPr id="48" name="テキスト プレースホルダー 17">
            <a:extLst>
              <a:ext uri="{FF2B5EF4-FFF2-40B4-BE49-F238E27FC236}">
                <a16:creationId xmlns:a16="http://schemas.microsoft.com/office/drawing/2014/main" id="{429A0ABD-8D52-B041-A68B-FBA757F80873}"/>
              </a:ext>
            </a:extLst>
          </p:cNvPr>
          <p:cNvSpPr>
            <a:spLocks noGrp="1"/>
          </p:cNvSpPr>
          <p:nvPr>
            <p:ph type="body" sz="quarter" idx="26" hasCustomPrompt="1"/>
          </p:nvPr>
        </p:nvSpPr>
        <p:spPr>
          <a:xfrm>
            <a:off x="15574342" y="8062913"/>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49" name="テキスト プレースホルダー 20">
            <a:extLst>
              <a:ext uri="{FF2B5EF4-FFF2-40B4-BE49-F238E27FC236}">
                <a16:creationId xmlns:a16="http://schemas.microsoft.com/office/drawing/2014/main" id="{57620D3D-E7D7-2841-AE89-D442878CB5F7}"/>
              </a:ext>
            </a:extLst>
          </p:cNvPr>
          <p:cNvSpPr>
            <a:spLocks noGrp="1"/>
          </p:cNvSpPr>
          <p:nvPr>
            <p:ph type="body" sz="quarter" idx="27" hasCustomPrompt="1"/>
          </p:nvPr>
        </p:nvSpPr>
        <p:spPr>
          <a:xfrm>
            <a:off x="15574342" y="9042400"/>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50" name="テキスト プレースホルダー 22">
            <a:extLst>
              <a:ext uri="{FF2B5EF4-FFF2-40B4-BE49-F238E27FC236}">
                <a16:creationId xmlns:a16="http://schemas.microsoft.com/office/drawing/2014/main" id="{7D903ECA-04AE-E24E-9E98-E575AD12BEF5}"/>
              </a:ext>
            </a:extLst>
          </p:cNvPr>
          <p:cNvSpPr>
            <a:spLocks noGrp="1"/>
          </p:cNvSpPr>
          <p:nvPr>
            <p:ph type="body" sz="quarter" idx="28" hasCustomPrompt="1"/>
          </p:nvPr>
        </p:nvSpPr>
        <p:spPr>
          <a:xfrm>
            <a:off x="15574342" y="10160000"/>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51" name="コンテンツ プレースホルダー 7">
            <a:extLst>
              <a:ext uri="{FF2B5EF4-FFF2-40B4-BE49-F238E27FC236}">
                <a16:creationId xmlns:a16="http://schemas.microsoft.com/office/drawing/2014/main" id="{E8F22E84-2EE7-734D-8462-1FA33734665D}"/>
              </a:ext>
            </a:extLst>
          </p:cNvPr>
          <p:cNvSpPr>
            <a:spLocks noGrp="1"/>
          </p:cNvSpPr>
          <p:nvPr>
            <p:ph sz="quarter" idx="29" hasCustomPrompt="1"/>
          </p:nvPr>
        </p:nvSpPr>
        <p:spPr>
          <a:xfrm>
            <a:off x="15574342" y="13486267"/>
            <a:ext cx="13550900" cy="859126"/>
          </a:xfrm>
          <a:prstGeom prst="rect">
            <a:avLst/>
          </a:prstGeom>
        </p:spPr>
        <p:txBody>
          <a:bodyPr/>
          <a:lstStyle>
            <a:lvl1pPr marL="360000" indent="-637200" fontAlgn="auto">
              <a:buSzPct val="170000"/>
              <a:buFontTx/>
              <a:buBlip>
                <a:blip r:embed="rId4"/>
              </a:buBlip>
              <a:defRPr sz="5600"/>
            </a:lvl1pPr>
          </a:lstStyle>
          <a:p>
            <a:pPr lvl="0"/>
            <a:r>
              <a:rPr kumimoji="1" lang="en-US" altLang="ja-JP" dirty="0"/>
              <a:t>Title</a:t>
            </a:r>
            <a:endParaRPr kumimoji="1" lang="ja-JP" altLang="en-US"/>
          </a:p>
        </p:txBody>
      </p:sp>
      <p:sp>
        <p:nvSpPr>
          <p:cNvPr id="52" name="テキスト プレースホルダー 17">
            <a:extLst>
              <a:ext uri="{FF2B5EF4-FFF2-40B4-BE49-F238E27FC236}">
                <a16:creationId xmlns:a16="http://schemas.microsoft.com/office/drawing/2014/main" id="{901F7D5A-B7C0-434B-899A-1A951481815E}"/>
              </a:ext>
            </a:extLst>
          </p:cNvPr>
          <p:cNvSpPr>
            <a:spLocks noGrp="1"/>
          </p:cNvSpPr>
          <p:nvPr>
            <p:ph type="body" sz="quarter" idx="30" hasCustomPrompt="1"/>
          </p:nvPr>
        </p:nvSpPr>
        <p:spPr>
          <a:xfrm>
            <a:off x="15574342" y="14594342"/>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53" name="テキスト プレースホルダー 20">
            <a:extLst>
              <a:ext uri="{FF2B5EF4-FFF2-40B4-BE49-F238E27FC236}">
                <a16:creationId xmlns:a16="http://schemas.microsoft.com/office/drawing/2014/main" id="{ED9AF804-6EDC-E44D-8FD2-DCDE39872FC9}"/>
              </a:ext>
            </a:extLst>
          </p:cNvPr>
          <p:cNvSpPr>
            <a:spLocks noGrp="1"/>
          </p:cNvSpPr>
          <p:nvPr>
            <p:ph type="body" sz="quarter" idx="31" hasCustomPrompt="1"/>
          </p:nvPr>
        </p:nvSpPr>
        <p:spPr>
          <a:xfrm>
            <a:off x="15574342" y="15573829"/>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54" name="テキスト プレースホルダー 22">
            <a:extLst>
              <a:ext uri="{FF2B5EF4-FFF2-40B4-BE49-F238E27FC236}">
                <a16:creationId xmlns:a16="http://schemas.microsoft.com/office/drawing/2014/main" id="{7B2511B4-913B-AE48-9011-B8655966AC6F}"/>
              </a:ext>
            </a:extLst>
          </p:cNvPr>
          <p:cNvSpPr>
            <a:spLocks noGrp="1"/>
          </p:cNvSpPr>
          <p:nvPr>
            <p:ph type="body" sz="quarter" idx="32" hasCustomPrompt="1"/>
          </p:nvPr>
        </p:nvSpPr>
        <p:spPr>
          <a:xfrm>
            <a:off x="15574342" y="16691429"/>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55" name="コンテンツ プレースホルダー 7">
            <a:extLst>
              <a:ext uri="{FF2B5EF4-FFF2-40B4-BE49-F238E27FC236}">
                <a16:creationId xmlns:a16="http://schemas.microsoft.com/office/drawing/2014/main" id="{18D8DFED-F669-2D4B-8BB0-DCC550A5EE93}"/>
              </a:ext>
            </a:extLst>
          </p:cNvPr>
          <p:cNvSpPr>
            <a:spLocks noGrp="1"/>
          </p:cNvSpPr>
          <p:nvPr>
            <p:ph sz="quarter" idx="33" hasCustomPrompt="1"/>
          </p:nvPr>
        </p:nvSpPr>
        <p:spPr>
          <a:xfrm>
            <a:off x="15574342" y="19887067"/>
            <a:ext cx="13550900" cy="859126"/>
          </a:xfrm>
          <a:prstGeom prst="rect">
            <a:avLst/>
          </a:prstGeom>
        </p:spPr>
        <p:txBody>
          <a:bodyPr/>
          <a:lstStyle>
            <a:lvl1pPr marL="360000" indent="-637200" fontAlgn="auto">
              <a:buSzPct val="170000"/>
              <a:buFontTx/>
              <a:buBlip>
                <a:blip r:embed="rId5"/>
              </a:buBlip>
              <a:defRPr sz="5600"/>
            </a:lvl1pPr>
          </a:lstStyle>
          <a:p>
            <a:pPr lvl="0"/>
            <a:r>
              <a:rPr kumimoji="1" lang="en-US" altLang="ja-JP" dirty="0"/>
              <a:t>Title</a:t>
            </a:r>
            <a:endParaRPr kumimoji="1" lang="ja-JP" altLang="en-US"/>
          </a:p>
        </p:txBody>
      </p:sp>
      <p:sp>
        <p:nvSpPr>
          <p:cNvPr id="56" name="テキスト プレースホルダー 17">
            <a:extLst>
              <a:ext uri="{FF2B5EF4-FFF2-40B4-BE49-F238E27FC236}">
                <a16:creationId xmlns:a16="http://schemas.microsoft.com/office/drawing/2014/main" id="{BB520304-0856-AD4F-A31E-D1261B9F7FA5}"/>
              </a:ext>
            </a:extLst>
          </p:cNvPr>
          <p:cNvSpPr>
            <a:spLocks noGrp="1"/>
          </p:cNvSpPr>
          <p:nvPr>
            <p:ph type="body" sz="quarter" idx="34" hasCustomPrompt="1"/>
          </p:nvPr>
        </p:nvSpPr>
        <p:spPr>
          <a:xfrm>
            <a:off x="15574342" y="20995142"/>
            <a:ext cx="13550900" cy="693737"/>
          </a:xfrm>
          <a:prstGeom prst="rect">
            <a:avLst/>
          </a:prstGeom>
        </p:spPr>
        <p:txBody>
          <a:bodyPr/>
          <a:lstStyle>
            <a:lvl1pPr marL="180000" indent="-241200" fontAlgn="auto">
              <a:buSzPct val="150000"/>
              <a:buFontTx/>
              <a:buBlip>
                <a:blip r:embed="rId3"/>
              </a:buBlip>
              <a:defRPr sz="3600"/>
            </a:lvl1pPr>
          </a:lstStyle>
          <a:p>
            <a:pPr lvl="0"/>
            <a:r>
              <a:rPr kumimoji="1" lang="en-US" altLang="ja-JP" dirty="0"/>
              <a:t>Title</a:t>
            </a:r>
            <a:endParaRPr kumimoji="1" lang="ja-JP" altLang="en-US"/>
          </a:p>
        </p:txBody>
      </p:sp>
      <p:sp>
        <p:nvSpPr>
          <p:cNvPr id="57" name="テキスト プレースホルダー 20">
            <a:extLst>
              <a:ext uri="{FF2B5EF4-FFF2-40B4-BE49-F238E27FC236}">
                <a16:creationId xmlns:a16="http://schemas.microsoft.com/office/drawing/2014/main" id="{17F40E9D-D57F-8342-A868-8AED712B8B56}"/>
              </a:ext>
            </a:extLst>
          </p:cNvPr>
          <p:cNvSpPr>
            <a:spLocks noGrp="1"/>
          </p:cNvSpPr>
          <p:nvPr>
            <p:ph type="body" sz="quarter" idx="35" hasCustomPrompt="1"/>
          </p:nvPr>
        </p:nvSpPr>
        <p:spPr>
          <a:xfrm>
            <a:off x="15574342" y="21974629"/>
            <a:ext cx="13550900" cy="8890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58" name="テキスト プレースホルダー 22">
            <a:extLst>
              <a:ext uri="{FF2B5EF4-FFF2-40B4-BE49-F238E27FC236}">
                <a16:creationId xmlns:a16="http://schemas.microsoft.com/office/drawing/2014/main" id="{E0FB83BF-9E97-3B4D-BEAB-98B963DB0C9B}"/>
              </a:ext>
            </a:extLst>
          </p:cNvPr>
          <p:cNvSpPr>
            <a:spLocks noGrp="1"/>
          </p:cNvSpPr>
          <p:nvPr>
            <p:ph type="body" sz="quarter" idx="36" hasCustomPrompt="1"/>
          </p:nvPr>
        </p:nvSpPr>
        <p:spPr>
          <a:xfrm>
            <a:off x="15574342" y="23092229"/>
            <a:ext cx="13550900" cy="1117600"/>
          </a:xfrm>
          <a:prstGeom prst="rect">
            <a:avLst/>
          </a:prstGeom>
        </p:spPr>
        <p:txBody>
          <a:bodyPr/>
          <a:lstStyle>
            <a:lvl1pPr marL="360000" indent="-360000" fontAlgn="ctr">
              <a:buClr>
                <a:srgbClr val="103A8E"/>
              </a:buClr>
              <a:buSzPct val="200000"/>
              <a:buFont typeface="Arial" panose="020B0604020202020204" pitchFamily="34" charset="0"/>
              <a:buChar char="•"/>
              <a:defRPr sz="2800"/>
            </a:lvl1pPr>
          </a:lstStyle>
          <a:p>
            <a:pPr lvl="0"/>
            <a:r>
              <a:rPr kumimoji="1" lang="en-US" altLang="ja-JP" dirty="0"/>
              <a:t>text</a:t>
            </a:r>
            <a:endParaRPr kumimoji="1" lang="ja-JP" altLang="en-US"/>
          </a:p>
        </p:txBody>
      </p:sp>
      <p:sp>
        <p:nvSpPr>
          <p:cNvPr id="34" name="テキスト プレースホルダー 97">
            <a:extLst>
              <a:ext uri="{FF2B5EF4-FFF2-40B4-BE49-F238E27FC236}">
                <a16:creationId xmlns:a16="http://schemas.microsoft.com/office/drawing/2014/main" id="{D93F62DE-F679-C24A-B1DC-70C97C32602D}"/>
              </a:ext>
            </a:extLst>
          </p:cNvPr>
          <p:cNvSpPr>
            <a:spLocks noGrp="1"/>
          </p:cNvSpPr>
          <p:nvPr>
            <p:ph type="body" sz="quarter" idx="11" hasCustomPrompt="1"/>
          </p:nvPr>
        </p:nvSpPr>
        <p:spPr>
          <a:xfrm>
            <a:off x="1301750" y="1828222"/>
            <a:ext cx="14852650" cy="3048578"/>
          </a:xfrm>
          <a:prstGeom prst="rect">
            <a:avLst/>
          </a:prstGeom>
        </p:spPr>
        <p:txBody>
          <a:bodyPr/>
          <a:lstStyle>
            <a:lvl1pPr>
              <a:defRPr sz="6800">
                <a:solidFill>
                  <a:schemeClr val="bg1"/>
                </a:solidFill>
              </a:defRPr>
            </a:lvl1pPr>
          </a:lstStyle>
          <a:p>
            <a:r>
              <a:rPr lang="en-US" altLang="ja-JP" dirty="0"/>
              <a:t>Title</a:t>
            </a:r>
            <a:endParaRPr lang="ja-JP" altLang="en-US"/>
          </a:p>
        </p:txBody>
      </p:sp>
    </p:spTree>
    <p:extLst>
      <p:ext uri="{BB962C8B-B14F-4D97-AF65-F5344CB8AC3E}">
        <p14:creationId xmlns:p14="http://schemas.microsoft.com/office/powerpoint/2010/main" val="30498711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B255776E-4F20-514F-92CF-6901DEEC51BC}"/>
              </a:ext>
            </a:extLst>
          </p:cNvPr>
          <p:cNvSpPr/>
          <p:nvPr userDrawn="1"/>
        </p:nvSpPr>
        <p:spPr>
          <a:xfrm>
            <a:off x="24623486" y="1025236"/>
            <a:ext cx="5651727" cy="2244437"/>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8" name="イメージ" descr="イメージ">
            <a:extLst>
              <a:ext uri="{FF2B5EF4-FFF2-40B4-BE49-F238E27FC236}">
                <a16:creationId xmlns:a16="http://schemas.microsoft.com/office/drawing/2014/main" id="{0F4B1D09-64AE-ED4D-88EB-902113B1CA26}"/>
              </a:ext>
            </a:extLst>
          </p:cNvPr>
          <p:cNvPicPr>
            <a:picLocks noChangeAspect="1"/>
          </p:cNvPicPr>
          <p:nvPr userDrawn="1"/>
        </p:nvPicPr>
        <p:blipFill>
          <a:blip r:embed="rId4"/>
          <a:stretch>
            <a:fillRect/>
          </a:stretch>
        </p:blipFill>
        <p:spPr>
          <a:xfrm>
            <a:off x="25763138" y="1256515"/>
            <a:ext cx="3275412" cy="1715285"/>
          </a:xfrm>
          <a:prstGeom prst="rect">
            <a:avLst/>
          </a:prstGeom>
          <a:ln w="12700">
            <a:miter lim="400000"/>
          </a:ln>
        </p:spPr>
      </p:pic>
    </p:spTree>
    <p:extLst>
      <p:ext uri="{BB962C8B-B14F-4D97-AF65-F5344CB8AC3E}">
        <p14:creationId xmlns:p14="http://schemas.microsoft.com/office/powerpoint/2010/main" val="3687007477"/>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3027487" rtl="0" eaLnBrk="1" latinLnBrk="0" hangingPunct="1">
        <a:lnSpc>
          <a:spcPct val="90000"/>
        </a:lnSpc>
        <a:spcBef>
          <a:spcPct val="0"/>
        </a:spcBef>
        <a:buNone/>
        <a:defRPr kumimoji="1" sz="6700" b="1" i="0" kern="1200">
          <a:solidFill>
            <a:schemeClr val="bg1"/>
          </a:solidFill>
          <a:latin typeface="Meiryo" panose="020B0604030504040204" pitchFamily="34" charset="-128"/>
          <a:ea typeface="Meiryo" panose="020B0604030504040204" pitchFamily="34" charset="-128"/>
          <a:cs typeface="+mj-cs"/>
        </a:defRPr>
      </a:lvl1pPr>
    </p:titleStyle>
    <p:bodyStyle>
      <a:lvl1pPr marL="0" indent="0" algn="l" defTabSz="3027487" rtl="0" eaLnBrk="1" latinLnBrk="0" hangingPunct="1">
        <a:lnSpc>
          <a:spcPct val="90000"/>
        </a:lnSpc>
        <a:spcBef>
          <a:spcPts val="3311"/>
        </a:spcBef>
        <a:buFont typeface="Arial" panose="020B0604020202020204" pitchFamily="34" charset="0"/>
        <a:buNone/>
        <a:defRPr kumimoji="1" sz="4000" b="1" i="0" kern="1200">
          <a:solidFill>
            <a:schemeClr val="tx1"/>
          </a:solidFill>
          <a:latin typeface="Meiryo" panose="020B0604030504040204" pitchFamily="34" charset="-128"/>
          <a:ea typeface="Meiryo" panose="020B0604030504040204" pitchFamily="34" charset="-128"/>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kumimoji="1"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kumimoji="1"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9pPr>
    </p:bodyStyle>
    <p:otherStyle>
      <a:defPPr>
        <a:defRPr lang="en-US"/>
      </a:defPPr>
      <a:lvl1pPr marL="0" algn="l" defTabSz="3027487" rtl="0" eaLnBrk="1" latinLnBrk="0" hangingPunct="1">
        <a:defRPr kumimoji="1" sz="5960" kern="1200">
          <a:solidFill>
            <a:schemeClr val="tx1"/>
          </a:solidFill>
          <a:latin typeface="+mn-lt"/>
          <a:ea typeface="+mn-ea"/>
          <a:cs typeface="+mn-cs"/>
        </a:defRPr>
      </a:lvl1pPr>
      <a:lvl2pPr marL="1513743" algn="l" defTabSz="3027487" rtl="0" eaLnBrk="1" latinLnBrk="0" hangingPunct="1">
        <a:defRPr kumimoji="1" sz="5960" kern="1200">
          <a:solidFill>
            <a:schemeClr val="tx1"/>
          </a:solidFill>
          <a:latin typeface="+mn-lt"/>
          <a:ea typeface="+mn-ea"/>
          <a:cs typeface="+mn-cs"/>
        </a:defRPr>
      </a:lvl2pPr>
      <a:lvl3pPr marL="3027487" algn="l" defTabSz="3027487" rtl="0" eaLnBrk="1" latinLnBrk="0" hangingPunct="1">
        <a:defRPr kumimoji="1" sz="5960" kern="1200">
          <a:solidFill>
            <a:schemeClr val="tx1"/>
          </a:solidFill>
          <a:latin typeface="+mn-lt"/>
          <a:ea typeface="+mn-ea"/>
          <a:cs typeface="+mn-cs"/>
        </a:defRPr>
      </a:lvl3pPr>
      <a:lvl4pPr marL="4541230" algn="l" defTabSz="3027487" rtl="0" eaLnBrk="1" latinLnBrk="0" hangingPunct="1">
        <a:defRPr kumimoji="1" sz="5960" kern="1200">
          <a:solidFill>
            <a:schemeClr val="tx1"/>
          </a:solidFill>
          <a:latin typeface="+mn-lt"/>
          <a:ea typeface="+mn-ea"/>
          <a:cs typeface="+mn-cs"/>
        </a:defRPr>
      </a:lvl4pPr>
      <a:lvl5pPr marL="6054974" algn="l" defTabSz="3027487" rtl="0" eaLnBrk="1" latinLnBrk="0" hangingPunct="1">
        <a:defRPr kumimoji="1" sz="5960" kern="1200">
          <a:solidFill>
            <a:schemeClr val="tx1"/>
          </a:solidFill>
          <a:latin typeface="+mn-lt"/>
          <a:ea typeface="+mn-ea"/>
          <a:cs typeface="+mn-cs"/>
        </a:defRPr>
      </a:lvl5pPr>
      <a:lvl6pPr marL="7568717" algn="l" defTabSz="3027487" rtl="0" eaLnBrk="1" latinLnBrk="0" hangingPunct="1">
        <a:defRPr kumimoji="1" sz="5960" kern="1200">
          <a:solidFill>
            <a:schemeClr val="tx1"/>
          </a:solidFill>
          <a:latin typeface="+mn-lt"/>
          <a:ea typeface="+mn-ea"/>
          <a:cs typeface="+mn-cs"/>
        </a:defRPr>
      </a:lvl6pPr>
      <a:lvl7pPr marL="9082461" algn="l" defTabSz="3027487" rtl="0" eaLnBrk="1" latinLnBrk="0" hangingPunct="1">
        <a:defRPr kumimoji="1" sz="5960" kern="1200">
          <a:solidFill>
            <a:schemeClr val="tx1"/>
          </a:solidFill>
          <a:latin typeface="+mn-lt"/>
          <a:ea typeface="+mn-ea"/>
          <a:cs typeface="+mn-cs"/>
        </a:defRPr>
      </a:lvl7pPr>
      <a:lvl8pPr marL="10596204" algn="l" defTabSz="3027487" rtl="0" eaLnBrk="1" latinLnBrk="0" hangingPunct="1">
        <a:defRPr kumimoji="1" sz="5960" kern="1200">
          <a:solidFill>
            <a:schemeClr val="tx1"/>
          </a:solidFill>
          <a:latin typeface="+mn-lt"/>
          <a:ea typeface="+mn-ea"/>
          <a:cs typeface="+mn-cs"/>
        </a:defRPr>
      </a:lvl8pPr>
      <a:lvl9pPr marL="12109948" algn="l" defTabSz="3027487" rtl="0" eaLnBrk="1" latinLnBrk="0" hangingPunct="1">
        <a:defRPr kumimoji="1"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8112DAD4-8024-30BC-5DE3-72FB4E19D76A}"/>
              </a:ext>
            </a:extLst>
          </p:cNvPr>
          <p:cNvPicPr>
            <a:picLocks noChangeAspect="1"/>
          </p:cNvPicPr>
          <p:nvPr/>
        </p:nvPicPr>
        <p:blipFill>
          <a:blip r:embed="rId2"/>
          <a:stretch>
            <a:fillRect/>
          </a:stretch>
        </p:blipFill>
        <p:spPr>
          <a:xfrm>
            <a:off x="5015223" y="18543317"/>
            <a:ext cx="2163279" cy="2073940"/>
          </a:xfrm>
          <a:prstGeom prst="rect">
            <a:avLst/>
          </a:prstGeom>
        </p:spPr>
      </p:pic>
      <p:pic>
        <p:nvPicPr>
          <p:cNvPr id="57" name="Picture 56">
            <a:extLst>
              <a:ext uri="{FF2B5EF4-FFF2-40B4-BE49-F238E27FC236}">
                <a16:creationId xmlns:a16="http://schemas.microsoft.com/office/drawing/2014/main" id="{C826B688-EBE5-CFBE-44F1-C8508080622D}"/>
              </a:ext>
            </a:extLst>
          </p:cNvPr>
          <p:cNvPicPr>
            <a:picLocks noChangeAspect="1"/>
          </p:cNvPicPr>
          <p:nvPr/>
        </p:nvPicPr>
        <p:blipFill>
          <a:blip r:embed="rId2"/>
          <a:stretch>
            <a:fillRect/>
          </a:stretch>
        </p:blipFill>
        <p:spPr>
          <a:xfrm>
            <a:off x="2682087" y="18543317"/>
            <a:ext cx="2163280" cy="2073941"/>
          </a:xfrm>
          <a:prstGeom prst="rect">
            <a:avLst/>
          </a:prstGeom>
        </p:spPr>
      </p:pic>
      <p:pic>
        <p:nvPicPr>
          <p:cNvPr id="55" name="Picture 54">
            <a:extLst>
              <a:ext uri="{FF2B5EF4-FFF2-40B4-BE49-F238E27FC236}">
                <a16:creationId xmlns:a16="http://schemas.microsoft.com/office/drawing/2014/main" id="{03F5A7A5-224D-2675-4C74-989CFE35C076}"/>
              </a:ext>
            </a:extLst>
          </p:cNvPr>
          <p:cNvPicPr>
            <a:picLocks noChangeAspect="1"/>
          </p:cNvPicPr>
          <p:nvPr/>
        </p:nvPicPr>
        <p:blipFill>
          <a:blip r:embed="rId2"/>
          <a:stretch>
            <a:fillRect/>
          </a:stretch>
        </p:blipFill>
        <p:spPr>
          <a:xfrm>
            <a:off x="324594" y="18565952"/>
            <a:ext cx="2163280" cy="2073941"/>
          </a:xfrm>
          <a:prstGeom prst="rect">
            <a:avLst/>
          </a:prstGeom>
        </p:spPr>
      </p:pic>
      <p:sp>
        <p:nvSpPr>
          <p:cNvPr id="2" name="コンテンツ プレースホルダー 1">
            <a:extLst>
              <a:ext uri="{FF2B5EF4-FFF2-40B4-BE49-F238E27FC236}">
                <a16:creationId xmlns:a16="http://schemas.microsoft.com/office/drawing/2014/main" id="{AC11BE0F-9A70-F24A-91B7-93804E71BC3D}"/>
              </a:ext>
            </a:extLst>
          </p:cNvPr>
          <p:cNvSpPr>
            <a:spLocks noGrp="1"/>
          </p:cNvSpPr>
          <p:nvPr>
            <p:ph sz="quarter" idx="10"/>
          </p:nvPr>
        </p:nvSpPr>
        <p:spPr>
          <a:xfrm>
            <a:off x="324594" y="5883486"/>
            <a:ext cx="29645820" cy="916562"/>
          </a:xfrm>
        </p:spPr>
        <p:txBody>
          <a:bodyPr/>
          <a:lstStyle/>
          <a:p>
            <a:r>
              <a:rPr lang="en-US" altLang="ja-JP" sz="7200" dirty="0">
                <a:latin typeface="+mn-lt"/>
              </a:rPr>
              <a:t> Introduction</a:t>
            </a:r>
            <a:endParaRPr lang="ja-JP" altLang="en-US" sz="7200" dirty="0">
              <a:latin typeface="+mn-lt"/>
            </a:endParaRPr>
          </a:p>
        </p:txBody>
      </p:sp>
      <p:sp>
        <p:nvSpPr>
          <p:cNvPr id="4" name="テキスト プレースホルダー 3">
            <a:extLst>
              <a:ext uri="{FF2B5EF4-FFF2-40B4-BE49-F238E27FC236}">
                <a16:creationId xmlns:a16="http://schemas.microsoft.com/office/drawing/2014/main" id="{00F1B541-9ADA-934D-B3B2-B911F87AC909}"/>
              </a:ext>
            </a:extLst>
          </p:cNvPr>
          <p:cNvSpPr>
            <a:spLocks noGrp="1"/>
          </p:cNvSpPr>
          <p:nvPr>
            <p:ph type="body" sz="quarter" idx="12"/>
          </p:nvPr>
        </p:nvSpPr>
        <p:spPr>
          <a:xfrm>
            <a:off x="16957674" y="3212157"/>
            <a:ext cx="12017375" cy="1364228"/>
          </a:xfrm>
        </p:spPr>
        <p:txBody>
          <a:bodyPr/>
          <a:lstStyle/>
          <a:p>
            <a:r>
              <a:rPr lang="en-US" altLang="ja-JP" sz="4800" dirty="0">
                <a:latin typeface="+mn-lt"/>
              </a:rPr>
              <a:t>Yuan He</a:t>
            </a:r>
            <a:r>
              <a:rPr lang="en-US" altLang="ja-JP" sz="4800" baseline="30000" dirty="0">
                <a:latin typeface="+mn-lt"/>
              </a:rPr>
              <a:t>*</a:t>
            </a:r>
            <a:r>
              <a:rPr lang="en-US" altLang="ja-JP" sz="4800" dirty="0">
                <a:latin typeface="+mn-lt"/>
              </a:rPr>
              <a:t>, Masaaki Kondo</a:t>
            </a:r>
            <a:r>
              <a:rPr lang="en-US" altLang="ja-JP" sz="4800" baseline="30000" dirty="0">
                <a:latin typeface="+mn-lt"/>
              </a:rPr>
              <a:t>*</a:t>
            </a:r>
            <a:r>
              <a:rPr lang="en-US" altLang="ja-JP" sz="4800" dirty="0">
                <a:latin typeface="+mn-lt"/>
              </a:rPr>
              <a:t>, Galen M. Shipman</a:t>
            </a:r>
            <a:r>
              <a:rPr lang="en-US" altLang="ja-JP" sz="4800" baseline="30000" dirty="0">
                <a:latin typeface="+mn-lt"/>
              </a:rPr>
              <a:t>+</a:t>
            </a:r>
            <a:r>
              <a:rPr lang="en-US" altLang="ja-JP" sz="4800" dirty="0">
                <a:latin typeface="+mn-lt"/>
              </a:rPr>
              <a:t>, and Jered B. Dominguez-Trujillo</a:t>
            </a:r>
            <a:r>
              <a:rPr lang="en-US" altLang="ja-JP" sz="4800" baseline="30000" dirty="0">
                <a:latin typeface="+mn-lt"/>
              </a:rPr>
              <a:t>+</a:t>
            </a:r>
            <a:endParaRPr lang="ja-JP" altLang="en-US" sz="4800" baseline="30000" dirty="0">
              <a:latin typeface="+mn-lt"/>
            </a:endParaRPr>
          </a:p>
        </p:txBody>
      </p:sp>
      <p:sp>
        <p:nvSpPr>
          <p:cNvPr id="5" name="テキスト プレースホルダー 4">
            <a:extLst>
              <a:ext uri="{FF2B5EF4-FFF2-40B4-BE49-F238E27FC236}">
                <a16:creationId xmlns:a16="http://schemas.microsoft.com/office/drawing/2014/main" id="{8B092425-F700-3244-8952-8BC0F127DD9E}"/>
              </a:ext>
            </a:extLst>
          </p:cNvPr>
          <p:cNvSpPr>
            <a:spLocks noGrp="1"/>
          </p:cNvSpPr>
          <p:nvPr>
            <p:ph type="body" sz="quarter" idx="13"/>
          </p:nvPr>
        </p:nvSpPr>
        <p:spPr>
          <a:xfrm>
            <a:off x="16957676" y="4541978"/>
            <a:ext cx="10787145" cy="1316117"/>
          </a:xfrm>
        </p:spPr>
        <p:txBody>
          <a:bodyPr/>
          <a:lstStyle/>
          <a:p>
            <a:r>
              <a:rPr lang="en-US" altLang="ja-JP" sz="4400" b="0" baseline="30000" dirty="0">
                <a:latin typeface="+mn-lt"/>
              </a:rPr>
              <a:t>*</a:t>
            </a:r>
            <a:r>
              <a:rPr lang="en-US" altLang="ja-JP" sz="4400" b="0" dirty="0">
                <a:latin typeface="+mn-lt"/>
              </a:rPr>
              <a:t>RIKEN Center for </a:t>
            </a:r>
            <a:r>
              <a:rPr lang="en-US" altLang="ja-JP" sz="4800" b="0" dirty="0">
                <a:latin typeface="+mn-lt"/>
              </a:rPr>
              <a:t>Computational</a:t>
            </a:r>
            <a:r>
              <a:rPr lang="en-US" altLang="ja-JP" sz="4400" b="0" dirty="0">
                <a:latin typeface="+mn-lt"/>
              </a:rPr>
              <a:t> Science and </a:t>
            </a:r>
            <a:r>
              <a:rPr lang="en-US" altLang="ja-JP" sz="4400" b="0" baseline="30000" dirty="0">
                <a:latin typeface="+mn-lt"/>
              </a:rPr>
              <a:t>+</a:t>
            </a:r>
            <a:r>
              <a:rPr lang="en-US" altLang="ja-JP" sz="4400" b="0" dirty="0">
                <a:latin typeface="+mn-lt"/>
              </a:rPr>
              <a:t>Los Alamos National Laboratory</a:t>
            </a:r>
            <a:endParaRPr lang="ja-JP" altLang="en-US" sz="4400" b="0" dirty="0">
              <a:latin typeface="+mn-lt"/>
            </a:endParaRPr>
          </a:p>
        </p:txBody>
      </p:sp>
      <p:sp>
        <p:nvSpPr>
          <p:cNvPr id="7" name="テキスト プレースホルダー 6">
            <a:extLst>
              <a:ext uri="{FF2B5EF4-FFF2-40B4-BE49-F238E27FC236}">
                <a16:creationId xmlns:a16="http://schemas.microsoft.com/office/drawing/2014/main" id="{860ABD83-F86A-554E-85DB-E6EBDE54AC7D}"/>
              </a:ext>
            </a:extLst>
          </p:cNvPr>
          <p:cNvSpPr>
            <a:spLocks noGrp="1"/>
          </p:cNvSpPr>
          <p:nvPr>
            <p:ph type="body" sz="quarter" idx="15"/>
          </p:nvPr>
        </p:nvSpPr>
        <p:spPr>
          <a:xfrm>
            <a:off x="304799" y="6762247"/>
            <a:ext cx="29701958" cy="4110190"/>
          </a:xfrm>
        </p:spPr>
        <p:txBody>
          <a:bodyPr/>
          <a:lstStyle/>
          <a:p>
            <a:pPr marL="0" indent="0" algn="just">
              <a:buNone/>
            </a:pPr>
            <a:r>
              <a:rPr lang="en-US" altLang="ja-JP" sz="6000" b="0" dirty="0">
                <a:latin typeface="+mn-lt"/>
              </a:rPr>
              <a:t>Recently, Processing-in-Memory (PIM) starts to look promising for the longstanding memory wall challenge and it offers a way forward by integrating computational capabilities directly into memory systems. Despite the popularity, current research tools for PIM still face many limitations, mostly in scope and flexibility. Key features, such as host and device co-simulation, memory organization, and networking remain underdeveloped.</a:t>
            </a:r>
          </a:p>
          <a:p>
            <a:endParaRPr lang="ja-JP" altLang="en-US" dirty="0"/>
          </a:p>
        </p:txBody>
      </p:sp>
      <p:sp>
        <p:nvSpPr>
          <p:cNvPr id="17" name="コンテンツ プレースホルダー 16">
            <a:extLst>
              <a:ext uri="{FF2B5EF4-FFF2-40B4-BE49-F238E27FC236}">
                <a16:creationId xmlns:a16="http://schemas.microsoft.com/office/drawing/2014/main" id="{AE60A41F-B362-1E43-B7CE-AC9B6444A35F}"/>
              </a:ext>
            </a:extLst>
          </p:cNvPr>
          <p:cNvSpPr>
            <a:spLocks noGrp="1"/>
          </p:cNvSpPr>
          <p:nvPr>
            <p:ph sz="quarter" idx="25"/>
          </p:nvPr>
        </p:nvSpPr>
        <p:spPr>
          <a:xfrm>
            <a:off x="324594" y="10967328"/>
            <a:ext cx="29645820" cy="942687"/>
          </a:xfrm>
        </p:spPr>
        <p:txBody>
          <a:bodyPr/>
          <a:lstStyle/>
          <a:p>
            <a:r>
              <a:rPr lang="en-US" altLang="ja-JP" sz="7200" dirty="0">
                <a:latin typeface="+mn-lt"/>
              </a:rPr>
              <a:t> Challenges in Current PIM Research Tools</a:t>
            </a:r>
            <a:endParaRPr lang="ja-JP" altLang="en-US" sz="7200" dirty="0">
              <a:latin typeface="+mn-lt"/>
            </a:endParaRPr>
          </a:p>
        </p:txBody>
      </p:sp>
      <p:sp>
        <p:nvSpPr>
          <p:cNvPr id="18" name="テキスト プレースホルダー 17">
            <a:extLst>
              <a:ext uri="{FF2B5EF4-FFF2-40B4-BE49-F238E27FC236}">
                <a16:creationId xmlns:a16="http://schemas.microsoft.com/office/drawing/2014/main" id="{C0A93B13-199E-084E-A2A0-9254D5433CE4}"/>
              </a:ext>
            </a:extLst>
          </p:cNvPr>
          <p:cNvSpPr>
            <a:spLocks noGrp="1"/>
          </p:cNvSpPr>
          <p:nvPr>
            <p:ph type="body" sz="quarter" idx="26"/>
          </p:nvPr>
        </p:nvSpPr>
        <p:spPr>
          <a:xfrm>
            <a:off x="304797" y="12004907"/>
            <a:ext cx="29706871" cy="3718986"/>
          </a:xfrm>
        </p:spPr>
        <p:txBody>
          <a:bodyPr/>
          <a:lstStyle/>
          <a:p>
            <a:pPr marL="0" indent="0" algn="l">
              <a:buNone/>
            </a:pPr>
            <a:r>
              <a:rPr lang="en-US" sz="6000" b="0" i="0" dirty="0">
                <a:effectLst/>
                <a:latin typeface="+mn-lt"/>
              </a:rPr>
              <a:t>❌ </a:t>
            </a:r>
            <a:r>
              <a:rPr lang="en-US" sz="6000" b="1" i="0" dirty="0">
                <a:effectLst/>
                <a:latin typeface="+mn-lt"/>
              </a:rPr>
              <a:t>Mostly device-centric</a:t>
            </a:r>
            <a:r>
              <a:rPr lang="en-US" sz="6000" b="0" i="0" dirty="0">
                <a:effectLst/>
                <a:latin typeface="+mn-lt"/>
              </a:rPr>
              <a:t> </a:t>
            </a:r>
            <a:r>
              <a:rPr lang="en-US" sz="6000" b="0" dirty="0">
                <a:latin typeface="+mn-lt"/>
              </a:rPr>
              <a:t>therefore</a:t>
            </a:r>
            <a:r>
              <a:rPr lang="en-US" sz="6000" b="0" i="0" dirty="0">
                <a:effectLst/>
                <a:latin typeface="+mn-lt"/>
              </a:rPr>
              <a:t> missing the host and device co-simulation capability</a:t>
            </a:r>
          </a:p>
          <a:p>
            <a:pPr marL="0" indent="0" algn="l">
              <a:spcBef>
                <a:spcPts val="300"/>
              </a:spcBef>
              <a:buNone/>
            </a:pPr>
            <a:r>
              <a:rPr lang="en-US" sz="6000" b="0" i="0" dirty="0">
                <a:effectLst/>
                <a:latin typeface="+mn-lt"/>
              </a:rPr>
              <a:t>❌ </a:t>
            </a:r>
            <a:r>
              <a:rPr lang="en-US" sz="6000" b="1" i="0" dirty="0">
                <a:effectLst/>
                <a:latin typeface="+mn-lt"/>
              </a:rPr>
              <a:t>Limited support</a:t>
            </a:r>
            <a:r>
              <a:rPr lang="en-US" sz="6000" b="0" i="0" dirty="0">
                <a:effectLst/>
                <a:latin typeface="+mn-lt"/>
              </a:rPr>
              <a:t> for diverse memory technologies (mostly DRAM) and power modelling</a:t>
            </a:r>
          </a:p>
          <a:p>
            <a:pPr marL="0" indent="0" algn="l">
              <a:spcBef>
                <a:spcPts val="300"/>
              </a:spcBef>
              <a:buNone/>
            </a:pPr>
            <a:r>
              <a:rPr lang="en-US" sz="6000" b="0" i="0" dirty="0">
                <a:effectLst/>
                <a:latin typeface="+mn-lt"/>
              </a:rPr>
              <a:t>❌ </a:t>
            </a:r>
            <a:r>
              <a:rPr lang="en-US" sz="6000" b="1" i="0" dirty="0">
                <a:effectLst/>
                <a:latin typeface="+mn-lt"/>
              </a:rPr>
              <a:t>Naïve placement</a:t>
            </a:r>
            <a:r>
              <a:rPr lang="en-US" sz="6000" b="0" i="0" dirty="0">
                <a:effectLst/>
                <a:latin typeface="+mn-lt"/>
              </a:rPr>
              <a:t> of Processing Elements (PEs) </a:t>
            </a:r>
            <a:r>
              <a:rPr lang="en-US" sz="6000" b="0" dirty="0">
                <a:latin typeface="+mn-lt"/>
              </a:rPr>
              <a:t>and </a:t>
            </a:r>
            <a:r>
              <a:rPr lang="en-US" sz="6000" dirty="0">
                <a:latin typeface="+mn-lt"/>
              </a:rPr>
              <a:t>lacking</a:t>
            </a:r>
            <a:r>
              <a:rPr lang="en-US" sz="6000" b="0" dirty="0">
                <a:latin typeface="+mn-lt"/>
              </a:rPr>
              <a:t> </a:t>
            </a:r>
            <a:r>
              <a:rPr lang="en-US" sz="6000" b="0" i="0" dirty="0">
                <a:effectLst/>
                <a:latin typeface="+mn-lt"/>
              </a:rPr>
              <a:t>network models</a:t>
            </a:r>
          </a:p>
          <a:p>
            <a:pPr marL="0" indent="0" algn="l">
              <a:spcBef>
                <a:spcPts val="300"/>
              </a:spcBef>
              <a:buNone/>
            </a:pPr>
            <a:r>
              <a:rPr lang="en-US" sz="6000" b="0" i="0" dirty="0">
                <a:effectLst/>
                <a:latin typeface="+mn-lt"/>
              </a:rPr>
              <a:t>❌ </a:t>
            </a:r>
            <a:r>
              <a:rPr lang="en-US" sz="6000" b="1" i="0" dirty="0">
                <a:effectLst/>
                <a:latin typeface="+mn-lt"/>
              </a:rPr>
              <a:t>Overlooked</a:t>
            </a:r>
            <a:r>
              <a:rPr lang="en-US" sz="6000" b="0" i="0" dirty="0">
                <a:effectLst/>
                <a:latin typeface="+mn-lt"/>
              </a:rPr>
              <a:t> data communication and addressing disparities between the host and PEs</a:t>
            </a:r>
          </a:p>
        </p:txBody>
      </p:sp>
      <p:sp>
        <p:nvSpPr>
          <p:cNvPr id="3" name="テキスト プレースホルダー 2">
            <a:extLst>
              <a:ext uri="{FF2B5EF4-FFF2-40B4-BE49-F238E27FC236}">
                <a16:creationId xmlns:a16="http://schemas.microsoft.com/office/drawing/2014/main" id="{30FF18B6-930E-C54E-BFF3-CDA024267B7B}"/>
              </a:ext>
            </a:extLst>
          </p:cNvPr>
          <p:cNvSpPr>
            <a:spLocks noGrp="1"/>
          </p:cNvSpPr>
          <p:nvPr>
            <p:ph type="body" sz="quarter" idx="11"/>
          </p:nvPr>
        </p:nvSpPr>
        <p:spPr>
          <a:xfrm>
            <a:off x="304799" y="1409592"/>
            <a:ext cx="16024225" cy="3845017"/>
          </a:xfrm>
        </p:spPr>
        <p:txBody>
          <a:bodyPr/>
          <a:lstStyle/>
          <a:p>
            <a:r>
              <a:rPr lang="en-US" altLang="ja-JP" sz="9600" dirty="0">
                <a:latin typeface="+mn-lt"/>
              </a:rPr>
              <a:t>PIMID: A Full-System Simulator for Processing-in-Memory with Intricacy and Diversity</a:t>
            </a:r>
            <a:endParaRPr lang="ja-JP" altLang="en-US" sz="9600" dirty="0">
              <a:latin typeface="+mn-lt"/>
            </a:endParaRPr>
          </a:p>
        </p:txBody>
      </p:sp>
      <p:pic>
        <p:nvPicPr>
          <p:cNvPr id="1026" name="Picture 2">
            <a:extLst>
              <a:ext uri="{FF2B5EF4-FFF2-40B4-BE49-F238E27FC236}">
                <a16:creationId xmlns:a16="http://schemas.microsoft.com/office/drawing/2014/main" id="{264A52CE-E961-669E-D7F6-30DC0C4E6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0475" y="1278545"/>
            <a:ext cx="8924842" cy="1752406"/>
          </a:xfrm>
          <a:prstGeom prst="rect">
            <a:avLst/>
          </a:prstGeom>
          <a:noFill/>
          <a:extLst>
            <a:ext uri="{909E8E84-426E-40DD-AFC4-6F175D3DCCD1}">
              <a14:hiddenFill xmlns:a14="http://schemas.microsoft.com/office/drawing/2010/main">
                <a:solidFill>
                  <a:srgbClr val="FFFFFF"/>
                </a:solidFill>
              </a14:hiddenFill>
            </a:ext>
          </a:extLst>
        </p:spPr>
      </p:pic>
      <p:sp>
        <p:nvSpPr>
          <p:cNvPr id="29" name="コンテンツ プレースホルダー 16">
            <a:extLst>
              <a:ext uri="{FF2B5EF4-FFF2-40B4-BE49-F238E27FC236}">
                <a16:creationId xmlns:a16="http://schemas.microsoft.com/office/drawing/2014/main" id="{3A5D77BE-F0E3-5A79-1747-4646E6ACACD6}"/>
              </a:ext>
            </a:extLst>
          </p:cNvPr>
          <p:cNvSpPr txBox="1">
            <a:spLocks/>
          </p:cNvSpPr>
          <p:nvPr/>
        </p:nvSpPr>
        <p:spPr>
          <a:xfrm>
            <a:off x="304798" y="15891175"/>
            <a:ext cx="29706869" cy="942687"/>
          </a:xfrm>
          <a:prstGeom prst="rect">
            <a:avLst/>
          </a:prstGeom>
        </p:spPr>
        <p:txBody>
          <a:bodyPr/>
          <a:lstStyle>
            <a:lvl1pPr marL="360000" indent="-781200" algn="l" defTabSz="3027487" rtl="0" eaLnBrk="1" latinLnBrk="0" hangingPunct="1">
              <a:lnSpc>
                <a:spcPct val="90000"/>
              </a:lnSpc>
              <a:spcBef>
                <a:spcPts val="3311"/>
              </a:spcBef>
              <a:buSzPct val="120000"/>
              <a:buFontTx/>
              <a:buBlip>
                <a:blip r:embed="rId4"/>
              </a:buBlip>
              <a:defRPr kumimoji="1" sz="5600" b="1" i="0" kern="1200">
                <a:solidFill>
                  <a:schemeClr val="tx1"/>
                </a:solidFill>
                <a:latin typeface="Meiryo" panose="020B0604030504040204" pitchFamily="34" charset="-128"/>
                <a:ea typeface="Meiryo" panose="020B0604030504040204" pitchFamily="34" charset="-128"/>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kumimoji="1"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kumimoji="1"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9pPr>
          </a:lstStyle>
          <a:p>
            <a:r>
              <a:rPr lang="en-US" altLang="ja-JP" sz="7200" dirty="0">
                <a:latin typeface="+mn-lt"/>
              </a:rPr>
              <a:t> Our Solution: PIMID (and Its Features)</a:t>
            </a:r>
            <a:endParaRPr lang="ja-JP" altLang="en-US" sz="7200" dirty="0">
              <a:latin typeface="+mn-lt"/>
            </a:endParaRPr>
          </a:p>
        </p:txBody>
      </p:sp>
      <p:sp>
        <p:nvSpPr>
          <p:cNvPr id="39" name="コンテンツ プレースホルダー 16">
            <a:extLst>
              <a:ext uri="{FF2B5EF4-FFF2-40B4-BE49-F238E27FC236}">
                <a16:creationId xmlns:a16="http://schemas.microsoft.com/office/drawing/2014/main" id="{E0CCA9A5-FA20-D289-6012-BCF015C5904B}"/>
              </a:ext>
            </a:extLst>
          </p:cNvPr>
          <p:cNvSpPr txBox="1">
            <a:spLocks/>
          </p:cNvSpPr>
          <p:nvPr/>
        </p:nvSpPr>
        <p:spPr>
          <a:xfrm>
            <a:off x="304798" y="24729049"/>
            <a:ext cx="29665616" cy="942687"/>
          </a:xfrm>
          <a:prstGeom prst="rect">
            <a:avLst/>
          </a:prstGeom>
        </p:spPr>
        <p:txBody>
          <a:bodyPr/>
          <a:lstStyle>
            <a:lvl1pPr marL="360000" indent="-781200" algn="l" defTabSz="3027487" rtl="0" eaLnBrk="1" latinLnBrk="0" hangingPunct="1">
              <a:lnSpc>
                <a:spcPct val="90000"/>
              </a:lnSpc>
              <a:spcBef>
                <a:spcPts val="3311"/>
              </a:spcBef>
              <a:buSzPct val="120000"/>
              <a:buFontTx/>
              <a:buBlip>
                <a:blip r:embed="rId4"/>
              </a:buBlip>
              <a:defRPr kumimoji="1" sz="5600" b="1" i="0" kern="1200">
                <a:solidFill>
                  <a:schemeClr val="tx1"/>
                </a:solidFill>
                <a:latin typeface="Meiryo" panose="020B0604030504040204" pitchFamily="34" charset="-128"/>
                <a:ea typeface="Meiryo" panose="020B0604030504040204" pitchFamily="34" charset="-128"/>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kumimoji="1"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kumimoji="1"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9pPr>
          </a:lstStyle>
          <a:p>
            <a:r>
              <a:rPr lang="en-US" altLang="ja-JP" sz="7200" dirty="0">
                <a:latin typeface="+mn-lt"/>
              </a:rPr>
              <a:t> Comparisons of Mainstream PIM Research Tools</a:t>
            </a:r>
            <a:endParaRPr lang="ja-JP" altLang="en-US" sz="7200" dirty="0">
              <a:latin typeface="+mn-lt"/>
            </a:endParaRPr>
          </a:p>
        </p:txBody>
      </p:sp>
      <p:sp>
        <p:nvSpPr>
          <p:cNvPr id="40" name="コンテンツ プレースホルダー 16">
            <a:extLst>
              <a:ext uri="{FF2B5EF4-FFF2-40B4-BE49-F238E27FC236}">
                <a16:creationId xmlns:a16="http://schemas.microsoft.com/office/drawing/2014/main" id="{CA04F9ED-7D03-875A-CFEB-8FECED995553}"/>
              </a:ext>
            </a:extLst>
          </p:cNvPr>
          <p:cNvSpPr txBox="1">
            <a:spLocks/>
          </p:cNvSpPr>
          <p:nvPr/>
        </p:nvSpPr>
        <p:spPr>
          <a:xfrm>
            <a:off x="304798" y="38021155"/>
            <a:ext cx="29665616" cy="861941"/>
          </a:xfrm>
          <a:prstGeom prst="rect">
            <a:avLst/>
          </a:prstGeom>
        </p:spPr>
        <p:txBody>
          <a:bodyPr/>
          <a:lstStyle>
            <a:lvl1pPr marL="360000" indent="-781200" algn="l" defTabSz="3027487" rtl="0" eaLnBrk="1" latinLnBrk="0" hangingPunct="1">
              <a:lnSpc>
                <a:spcPct val="90000"/>
              </a:lnSpc>
              <a:spcBef>
                <a:spcPts val="3311"/>
              </a:spcBef>
              <a:buSzPct val="120000"/>
              <a:buFontTx/>
              <a:buBlip>
                <a:blip r:embed="rId4"/>
              </a:buBlip>
              <a:defRPr kumimoji="1" sz="5600" b="1" i="0" kern="1200">
                <a:solidFill>
                  <a:schemeClr val="tx1"/>
                </a:solidFill>
                <a:latin typeface="Meiryo" panose="020B0604030504040204" pitchFamily="34" charset="-128"/>
                <a:ea typeface="Meiryo" panose="020B0604030504040204" pitchFamily="34" charset="-128"/>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kumimoji="1"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kumimoji="1"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9pPr>
          </a:lstStyle>
          <a:p>
            <a:r>
              <a:rPr lang="en-US" altLang="ja-JP" sz="7200" dirty="0">
                <a:latin typeface="+mn-lt"/>
              </a:rPr>
              <a:t> Conclusions and Future Work</a:t>
            </a:r>
            <a:endParaRPr lang="ja-JP" altLang="en-US" sz="7200" dirty="0">
              <a:latin typeface="+mn-lt"/>
            </a:endParaRPr>
          </a:p>
        </p:txBody>
      </p:sp>
      <p:graphicFrame>
        <p:nvGraphicFramePr>
          <p:cNvPr id="41" name="Content Placeholder 4">
            <a:extLst>
              <a:ext uri="{FF2B5EF4-FFF2-40B4-BE49-F238E27FC236}">
                <a16:creationId xmlns:a16="http://schemas.microsoft.com/office/drawing/2014/main" id="{37F0F63E-F6D9-3754-38A4-E6DA60227B5A}"/>
              </a:ext>
            </a:extLst>
          </p:cNvPr>
          <p:cNvGraphicFramePr>
            <a:graphicFrameLocks/>
          </p:cNvGraphicFramePr>
          <p:nvPr>
            <p:extLst>
              <p:ext uri="{D42A27DB-BD31-4B8C-83A1-F6EECF244321}">
                <p14:modId xmlns:p14="http://schemas.microsoft.com/office/powerpoint/2010/main" val="2495006988"/>
              </p:ext>
            </p:extLst>
          </p:nvPr>
        </p:nvGraphicFramePr>
        <p:xfrm>
          <a:off x="304799" y="25794986"/>
          <a:ext cx="29701958" cy="12032944"/>
        </p:xfrm>
        <a:graphic>
          <a:graphicData uri="http://schemas.openxmlformats.org/drawingml/2006/table">
            <a:tbl>
              <a:tblPr firstRow="1" bandRow="1">
                <a:tableStyleId>{5C22544A-7EE6-4342-B048-85BDC9FD1C3A}</a:tableStyleId>
              </a:tblPr>
              <a:tblGrid>
                <a:gridCol w="4387517">
                  <a:extLst>
                    <a:ext uri="{9D8B030D-6E8A-4147-A177-3AD203B41FA5}">
                      <a16:colId xmlns:a16="http://schemas.microsoft.com/office/drawing/2014/main" val="1557365473"/>
                    </a:ext>
                  </a:extLst>
                </a:gridCol>
                <a:gridCol w="2887579">
                  <a:extLst>
                    <a:ext uri="{9D8B030D-6E8A-4147-A177-3AD203B41FA5}">
                      <a16:colId xmlns:a16="http://schemas.microsoft.com/office/drawing/2014/main" val="1978004099"/>
                    </a:ext>
                  </a:extLst>
                </a:gridCol>
                <a:gridCol w="3248526">
                  <a:extLst>
                    <a:ext uri="{9D8B030D-6E8A-4147-A177-3AD203B41FA5}">
                      <a16:colId xmlns:a16="http://schemas.microsoft.com/office/drawing/2014/main" val="1558159414"/>
                    </a:ext>
                  </a:extLst>
                </a:gridCol>
                <a:gridCol w="4620581">
                  <a:extLst>
                    <a:ext uri="{9D8B030D-6E8A-4147-A177-3AD203B41FA5}">
                      <a16:colId xmlns:a16="http://schemas.microsoft.com/office/drawing/2014/main" val="2480527663"/>
                    </a:ext>
                  </a:extLst>
                </a:gridCol>
                <a:gridCol w="4547482">
                  <a:extLst>
                    <a:ext uri="{9D8B030D-6E8A-4147-A177-3AD203B41FA5}">
                      <a16:colId xmlns:a16="http://schemas.microsoft.com/office/drawing/2014/main" val="1233230115"/>
                    </a:ext>
                  </a:extLst>
                </a:gridCol>
                <a:gridCol w="4596063">
                  <a:extLst>
                    <a:ext uri="{9D8B030D-6E8A-4147-A177-3AD203B41FA5}">
                      <a16:colId xmlns:a16="http://schemas.microsoft.com/office/drawing/2014/main" val="4166233159"/>
                    </a:ext>
                  </a:extLst>
                </a:gridCol>
                <a:gridCol w="5414210">
                  <a:extLst>
                    <a:ext uri="{9D8B030D-6E8A-4147-A177-3AD203B41FA5}">
                      <a16:colId xmlns:a16="http://schemas.microsoft.com/office/drawing/2014/main" val="1858797184"/>
                    </a:ext>
                  </a:extLst>
                </a:gridCol>
              </a:tblGrid>
              <a:tr h="922638">
                <a:tc>
                  <a:txBody>
                    <a:bodyPr/>
                    <a:lstStyle/>
                    <a:p>
                      <a:pPr algn="ctr"/>
                      <a:endParaRPr lang="en-US" sz="4000" dirty="0"/>
                    </a:p>
                  </a:txBody>
                  <a:tcPr anchor="ctr"/>
                </a:tc>
                <a:tc>
                  <a:txBody>
                    <a:bodyPr/>
                    <a:lstStyle/>
                    <a:p>
                      <a:pPr algn="ctr"/>
                      <a:r>
                        <a:rPr lang="en-US" sz="4000" dirty="0"/>
                        <a:t>UPMEM SDK</a:t>
                      </a:r>
                    </a:p>
                    <a:p>
                      <a:pPr algn="ctr"/>
                      <a:r>
                        <a:rPr lang="en-US" sz="4000" dirty="0"/>
                        <a:t>(UPMEM)</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err="1"/>
                        <a:t>uPIMulator</a:t>
                      </a:r>
                      <a:endParaRPr lang="en-US" sz="4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t>(KAIST)</a:t>
                      </a:r>
                    </a:p>
                  </a:txBody>
                  <a:tcPr anchor="ctr"/>
                </a:tc>
                <a:tc>
                  <a:txBody>
                    <a:bodyPr/>
                    <a:lstStyle/>
                    <a:p>
                      <a:pPr algn="ctr"/>
                      <a:r>
                        <a:rPr lang="en-US" sz="4000" dirty="0" err="1"/>
                        <a:t>PiMulator</a:t>
                      </a:r>
                      <a:endParaRPr lang="en-US" sz="4000" dirty="0"/>
                    </a:p>
                    <a:p>
                      <a:pPr algn="ctr"/>
                      <a:r>
                        <a:rPr lang="en-US" sz="4000" dirty="0"/>
                        <a:t>(Virginia)</a:t>
                      </a:r>
                    </a:p>
                  </a:txBody>
                  <a:tcPr anchor="ctr"/>
                </a:tc>
                <a:tc>
                  <a:txBody>
                    <a:bodyPr/>
                    <a:lstStyle/>
                    <a:p>
                      <a:pPr algn="ctr"/>
                      <a:r>
                        <a:rPr lang="en-US" sz="4000" dirty="0" err="1"/>
                        <a:t>ZSim+Ramulator</a:t>
                      </a:r>
                      <a:endParaRPr lang="en-US" sz="4000" dirty="0"/>
                    </a:p>
                    <a:p>
                      <a:pPr algn="ctr"/>
                      <a:r>
                        <a:rPr lang="en-US" sz="4000" dirty="0"/>
                        <a:t>(ETH Zurich)</a:t>
                      </a:r>
                    </a:p>
                  </a:txBody>
                  <a:tcPr anchor="ctr"/>
                </a:tc>
                <a:tc>
                  <a:txBody>
                    <a:bodyPr/>
                    <a:lstStyle/>
                    <a:p>
                      <a:pPr algn="ctr"/>
                      <a:r>
                        <a:rPr lang="en-US" sz="4000" dirty="0" err="1"/>
                        <a:t>MultiPIM</a:t>
                      </a:r>
                      <a:endParaRPr lang="en-US" sz="4000" dirty="0"/>
                    </a:p>
                    <a:p>
                      <a:pPr algn="ctr"/>
                      <a:r>
                        <a:rPr lang="en-US" sz="4000" dirty="0"/>
                        <a:t>(Virginia)</a:t>
                      </a:r>
                    </a:p>
                  </a:txBody>
                  <a:tcPr anchor="ctr"/>
                </a:tc>
                <a:tc>
                  <a:txBody>
                    <a:bodyPr/>
                    <a:lstStyle/>
                    <a:p>
                      <a:pPr algn="ctr"/>
                      <a:r>
                        <a:rPr lang="en-US" sz="4000" dirty="0"/>
                        <a:t>PIMID</a:t>
                      </a:r>
                    </a:p>
                    <a:p>
                      <a:pPr algn="ctr"/>
                      <a:r>
                        <a:rPr lang="en-US" sz="4000" dirty="0"/>
                        <a:t>(R-CCS+LANL)</a:t>
                      </a:r>
                    </a:p>
                  </a:txBody>
                  <a:tcPr anchor="ctr">
                    <a:solidFill>
                      <a:schemeClr val="accent2"/>
                    </a:solidFill>
                  </a:tcPr>
                </a:tc>
                <a:extLst>
                  <a:ext uri="{0D108BD9-81ED-4DB2-BD59-A6C34878D82A}">
                    <a16:rowId xmlns:a16="http://schemas.microsoft.com/office/drawing/2014/main" val="1036459387"/>
                  </a:ext>
                </a:extLst>
              </a:tr>
              <a:tr h="2010790">
                <a:tc>
                  <a:txBody>
                    <a:bodyPr/>
                    <a:lstStyle/>
                    <a:p>
                      <a:pPr algn="ctr"/>
                      <a:r>
                        <a:rPr lang="en-US" sz="4000" b="1" dirty="0"/>
                        <a:t>Simulation or Emulation Model</a:t>
                      </a:r>
                    </a:p>
                  </a:txBody>
                  <a:tcPr anchor="ctr"/>
                </a:tc>
                <a:tc>
                  <a:txBody>
                    <a:bodyPr/>
                    <a:lstStyle/>
                    <a:p>
                      <a:pPr algn="ctr"/>
                      <a:r>
                        <a:rPr lang="en-US" sz="4000" dirty="0">
                          <a:solidFill>
                            <a:schemeClr val="tx1"/>
                          </a:solidFill>
                        </a:rPr>
                        <a:t>Functional</a:t>
                      </a:r>
                    </a:p>
                  </a:txBody>
                  <a:tcPr anchor="ctr"/>
                </a:tc>
                <a:tc>
                  <a:txBody>
                    <a:bodyPr/>
                    <a:lstStyle/>
                    <a:p>
                      <a:pPr algn="ctr"/>
                      <a:r>
                        <a:rPr lang="en-US" sz="4000" dirty="0">
                          <a:solidFill>
                            <a:schemeClr val="tx1"/>
                          </a:solidFill>
                        </a:rPr>
                        <a:t>Cycle-accurate</a:t>
                      </a:r>
                    </a:p>
                  </a:txBody>
                  <a:tcPr anchor="ctr"/>
                </a:tc>
                <a:tc>
                  <a:txBody>
                    <a:bodyPr/>
                    <a:lstStyle/>
                    <a:p>
                      <a:pPr algn="ctr"/>
                      <a:r>
                        <a:rPr lang="en-US" sz="4000" dirty="0">
                          <a:solidFill>
                            <a:schemeClr val="tx1"/>
                          </a:solidFill>
                        </a:rPr>
                        <a:t>FPGA Prototyping</a:t>
                      </a:r>
                    </a:p>
                  </a:txBody>
                  <a:tcPr anchor="ctr"/>
                </a:tc>
                <a:tc>
                  <a:txBody>
                    <a:bodyPr/>
                    <a:lstStyle/>
                    <a:p>
                      <a:pPr algn="ctr"/>
                      <a:r>
                        <a:rPr lang="en-US" sz="4000">
                          <a:solidFill>
                            <a:schemeClr val="tx1"/>
                          </a:solidFill>
                        </a:rPr>
                        <a:t>Trace-based</a:t>
                      </a:r>
                      <a:endParaRPr lang="en-US" sz="4000" dirty="0">
                        <a:solidFill>
                          <a:schemeClr val="tx1"/>
                        </a:solidFill>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schemeClr val="tx1"/>
                          </a:solidFill>
                        </a:rPr>
                        <a:t>Trace-based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schemeClr val="tx1"/>
                          </a:solidFill>
                        </a:rPr>
                        <a:t>Trace-based</a:t>
                      </a:r>
                    </a:p>
                  </a:txBody>
                  <a:tcPr anchor="ctr">
                    <a:solidFill>
                      <a:schemeClr val="accent2">
                        <a:lumMod val="60000"/>
                        <a:lumOff val="40000"/>
                      </a:schemeClr>
                    </a:solidFill>
                  </a:tcPr>
                </a:tc>
                <a:extLst>
                  <a:ext uri="{0D108BD9-81ED-4DB2-BD59-A6C34878D82A}">
                    <a16:rowId xmlns:a16="http://schemas.microsoft.com/office/drawing/2014/main" val="2051111134"/>
                  </a:ext>
                </a:extLst>
              </a:tr>
              <a:tr h="0">
                <a:tc>
                  <a:txBody>
                    <a:bodyPr/>
                    <a:lstStyle/>
                    <a:p>
                      <a:pPr algn="ctr"/>
                      <a:r>
                        <a:rPr lang="en-US" sz="4000" b="1" dirty="0"/>
                        <a:t>Memory Technology Support</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DRAM</a:t>
                      </a:r>
                    </a:p>
                  </a:txBody>
                  <a:tcPr anchor="ctr"/>
                </a:tc>
                <a:tc>
                  <a:txBody>
                    <a:bodyPr/>
                    <a:lstStyle/>
                    <a:p>
                      <a:pPr algn="ctr"/>
                      <a:r>
                        <a:rPr lang="en-US" sz="4000" dirty="0">
                          <a:solidFill>
                            <a:schemeClr val="tx1"/>
                          </a:solidFill>
                        </a:rPr>
                        <a:t>DRAM</a:t>
                      </a:r>
                    </a:p>
                  </a:txBody>
                  <a:tcPr anchor="ctr"/>
                </a:tc>
                <a:tc>
                  <a:txBody>
                    <a:bodyPr/>
                    <a:lstStyle/>
                    <a:p>
                      <a:pPr algn="ctr"/>
                      <a:r>
                        <a:rPr lang="en-US" sz="4000" dirty="0">
                          <a:solidFill>
                            <a:schemeClr val="tx1"/>
                          </a:solidFill>
                        </a:rPr>
                        <a:t>DRAM</a:t>
                      </a:r>
                    </a:p>
                  </a:txBody>
                  <a:tcPr anchor="ctr"/>
                </a:tc>
                <a:tc>
                  <a:txBody>
                    <a:bodyPr/>
                    <a:lstStyle/>
                    <a:p>
                      <a:pPr algn="ctr"/>
                      <a:r>
                        <a:rPr lang="en-US" sz="4000" dirty="0">
                          <a:solidFill>
                            <a:schemeClr val="tx1"/>
                          </a:solidFill>
                        </a:rPr>
                        <a:t>DRAM</a:t>
                      </a:r>
                    </a:p>
                  </a:txBody>
                  <a:tcPr anchor="ctr"/>
                </a:tc>
                <a:tc>
                  <a:txBody>
                    <a:bodyPr/>
                    <a:lstStyle/>
                    <a:p>
                      <a:pPr algn="ctr"/>
                      <a:r>
                        <a:rPr lang="en-US" sz="4000" dirty="0">
                          <a:solidFill>
                            <a:schemeClr val="tx1"/>
                          </a:solidFill>
                        </a:rPr>
                        <a:t>DRAM, SRAM, STT-MRAM</a:t>
                      </a:r>
                    </a:p>
                  </a:txBody>
                  <a:tcPr anchor="ctr">
                    <a:solidFill>
                      <a:schemeClr val="accent2">
                        <a:lumMod val="20000"/>
                        <a:lumOff val="80000"/>
                      </a:schemeClr>
                    </a:solidFill>
                  </a:tcPr>
                </a:tc>
                <a:extLst>
                  <a:ext uri="{0D108BD9-81ED-4DB2-BD59-A6C34878D82A}">
                    <a16:rowId xmlns:a16="http://schemas.microsoft.com/office/drawing/2014/main" val="2956821400"/>
                  </a:ext>
                </a:extLst>
              </a:tr>
              <a:tr h="967339">
                <a:tc>
                  <a:txBody>
                    <a:bodyPr/>
                    <a:lstStyle/>
                    <a:p>
                      <a:pPr algn="ctr"/>
                      <a:r>
                        <a:rPr lang="en-US" sz="4000" b="1" dirty="0"/>
                        <a:t>Scope of Simulation and Emulation</a:t>
                      </a:r>
                    </a:p>
                  </a:txBody>
                  <a:tcPr anchor="ctr"/>
                </a:tc>
                <a:tc>
                  <a:txBody>
                    <a:bodyPr/>
                    <a:lstStyle/>
                    <a:p>
                      <a:pPr algn="ctr"/>
                      <a:r>
                        <a:rPr lang="en-US" sz="4000" dirty="0">
                          <a:solidFill>
                            <a:schemeClr val="tx1"/>
                          </a:solidFill>
                        </a:rPr>
                        <a:t>PIM device</a:t>
                      </a:r>
                    </a:p>
                  </a:txBody>
                  <a:tcPr anchor="ctr"/>
                </a:tc>
                <a:tc>
                  <a:txBody>
                    <a:bodyPr/>
                    <a:lstStyle/>
                    <a:p>
                      <a:pPr algn="ctr"/>
                      <a:r>
                        <a:rPr lang="en-US" sz="4000" dirty="0">
                          <a:solidFill>
                            <a:schemeClr val="tx1"/>
                          </a:solidFill>
                        </a:rPr>
                        <a:t>PIM device</a:t>
                      </a:r>
                    </a:p>
                  </a:txBody>
                  <a:tcPr anchor="ctr"/>
                </a:tc>
                <a:tc>
                  <a:txBody>
                    <a:bodyPr/>
                    <a:lstStyle/>
                    <a:p>
                      <a:pPr algn="ctr"/>
                      <a:r>
                        <a:rPr lang="en-US" sz="4000" dirty="0">
                          <a:solidFill>
                            <a:schemeClr val="tx1"/>
                          </a:solidFill>
                        </a:rPr>
                        <a:t>Full-system </a:t>
                      </a:r>
                    </a:p>
                  </a:txBody>
                  <a:tcPr anchor="ctr"/>
                </a:tc>
                <a:tc>
                  <a:txBody>
                    <a:bodyPr/>
                    <a:lstStyle/>
                    <a:p>
                      <a:pPr algn="ctr"/>
                      <a:r>
                        <a:rPr lang="en-US" sz="4000" dirty="0">
                          <a:solidFill>
                            <a:schemeClr val="tx1"/>
                          </a:solidFill>
                        </a:rPr>
                        <a:t>Host and PIM device,</a:t>
                      </a:r>
                    </a:p>
                    <a:p>
                      <a:pPr algn="ctr"/>
                      <a:r>
                        <a:rPr lang="en-US" sz="4000" dirty="0">
                          <a:solidFill>
                            <a:schemeClr val="tx1"/>
                          </a:solidFill>
                        </a:rPr>
                        <a:t>but no co-simulation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schemeClr val="tx1"/>
                          </a:solidFill>
                        </a:rPr>
                        <a:t>Host and PIM device,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dirty="0">
                          <a:solidFill>
                            <a:schemeClr val="tx1"/>
                          </a:solidFill>
                        </a:rPr>
                        <a:t>but no co-simulation</a:t>
                      </a:r>
                    </a:p>
                  </a:txBody>
                  <a:tcPr anchor="ctr"/>
                </a:tc>
                <a:tc>
                  <a:txBody>
                    <a:bodyPr/>
                    <a:lstStyle/>
                    <a:p>
                      <a:pPr algn="ctr"/>
                      <a:r>
                        <a:rPr lang="en-US" sz="4000" dirty="0">
                          <a:solidFill>
                            <a:schemeClr val="tx1"/>
                          </a:solidFill>
                        </a:rPr>
                        <a:t>Full-system</a:t>
                      </a:r>
                    </a:p>
                  </a:txBody>
                  <a:tcPr anchor="ctr">
                    <a:solidFill>
                      <a:schemeClr val="accent2">
                        <a:lumMod val="60000"/>
                        <a:lumOff val="40000"/>
                      </a:schemeClr>
                    </a:solidFill>
                  </a:tcPr>
                </a:tc>
                <a:extLst>
                  <a:ext uri="{0D108BD9-81ED-4DB2-BD59-A6C34878D82A}">
                    <a16:rowId xmlns:a16="http://schemas.microsoft.com/office/drawing/2014/main" val="3629208789"/>
                  </a:ext>
                </a:extLst>
              </a:tr>
              <a:tr h="922638">
                <a:tc>
                  <a:txBody>
                    <a:bodyPr/>
                    <a:lstStyle/>
                    <a:p>
                      <a:pPr algn="ctr"/>
                      <a:r>
                        <a:rPr lang="en-US" sz="4000" b="1" dirty="0"/>
                        <a:t>PE Placements </a:t>
                      </a:r>
                    </a:p>
                  </a:txBody>
                  <a:tcPr anchor="ctr"/>
                </a:tc>
                <a:tc>
                  <a:txBody>
                    <a:bodyPr/>
                    <a:lstStyle/>
                    <a:p>
                      <a:pPr algn="ctr"/>
                      <a:r>
                        <a:rPr lang="en-US" sz="4000" dirty="0">
                          <a:solidFill>
                            <a:schemeClr val="tx1"/>
                          </a:solidFill>
                        </a:rPr>
                        <a:t>Chips</a:t>
                      </a:r>
                    </a:p>
                  </a:txBody>
                  <a:tcPr anchor="ctr"/>
                </a:tc>
                <a:tc>
                  <a:txBody>
                    <a:bodyPr/>
                    <a:lstStyle/>
                    <a:p>
                      <a:pPr algn="ctr"/>
                      <a:r>
                        <a:rPr lang="en-US" sz="4000" dirty="0">
                          <a:solidFill>
                            <a:schemeClr val="tx1"/>
                          </a:solidFill>
                        </a:rPr>
                        <a:t>Banks</a:t>
                      </a:r>
                    </a:p>
                  </a:txBody>
                  <a:tcPr anchor="ctr"/>
                </a:tc>
                <a:tc>
                  <a:txBody>
                    <a:bodyPr/>
                    <a:lstStyle/>
                    <a:p>
                      <a:pPr algn="ctr"/>
                      <a:r>
                        <a:rPr lang="en-US" sz="4000" dirty="0">
                          <a:solidFill>
                            <a:schemeClr val="tx1"/>
                          </a:solidFill>
                        </a:rPr>
                        <a:t>Banks, chips and</a:t>
                      </a:r>
                    </a:p>
                    <a:p>
                      <a:pPr algn="ctr"/>
                      <a:r>
                        <a:rPr lang="en-US" sz="4000" dirty="0">
                          <a:solidFill>
                            <a:schemeClr val="tx1"/>
                          </a:solidFill>
                        </a:rPr>
                        <a:t>ranks</a:t>
                      </a:r>
                    </a:p>
                  </a:txBody>
                  <a:tcPr anchor="ctr"/>
                </a:tc>
                <a:tc>
                  <a:txBody>
                    <a:bodyPr/>
                    <a:lstStyle/>
                    <a:p>
                      <a:pPr algn="ctr"/>
                      <a:r>
                        <a:rPr lang="en-US" sz="4000" dirty="0">
                          <a:solidFill>
                            <a:schemeClr val="tx1"/>
                          </a:solidFill>
                        </a:rPr>
                        <a:t>Ranks and logic die</a:t>
                      </a:r>
                    </a:p>
                  </a:txBody>
                  <a:tcPr anchor="ctr"/>
                </a:tc>
                <a:tc>
                  <a:txBody>
                    <a:bodyPr/>
                    <a:lstStyle/>
                    <a:p>
                      <a:pPr algn="ctr"/>
                      <a:r>
                        <a:rPr lang="en-US" sz="4000" dirty="0">
                          <a:solidFill>
                            <a:schemeClr val="tx1"/>
                          </a:solidFill>
                        </a:rPr>
                        <a:t>Ranks and logic die </a:t>
                      </a:r>
                    </a:p>
                  </a:txBody>
                  <a:tcPr anchor="ctr"/>
                </a:tc>
                <a:tc>
                  <a:txBody>
                    <a:bodyPr/>
                    <a:lstStyle/>
                    <a:p>
                      <a:pPr algn="ctr"/>
                      <a:r>
                        <a:rPr lang="en-US" sz="4000" dirty="0">
                          <a:solidFill>
                            <a:schemeClr val="tx1"/>
                          </a:solidFill>
                        </a:rPr>
                        <a:t>Subarrays, banks, chips,</a:t>
                      </a:r>
                    </a:p>
                    <a:p>
                      <a:pPr algn="ctr"/>
                      <a:r>
                        <a:rPr lang="en-US" sz="4000" dirty="0">
                          <a:solidFill>
                            <a:schemeClr val="tx1"/>
                          </a:solidFill>
                        </a:rPr>
                        <a:t>ranks and logic die</a:t>
                      </a:r>
                    </a:p>
                  </a:txBody>
                  <a:tcPr anchor="ctr">
                    <a:solidFill>
                      <a:schemeClr val="accent2">
                        <a:lumMod val="20000"/>
                        <a:lumOff val="80000"/>
                      </a:schemeClr>
                    </a:solidFill>
                  </a:tcPr>
                </a:tc>
                <a:extLst>
                  <a:ext uri="{0D108BD9-81ED-4DB2-BD59-A6C34878D82A}">
                    <a16:rowId xmlns:a16="http://schemas.microsoft.com/office/drawing/2014/main" val="1557487430"/>
                  </a:ext>
                </a:extLst>
              </a:tr>
              <a:tr h="483427">
                <a:tc>
                  <a:txBody>
                    <a:bodyPr/>
                    <a:lstStyle/>
                    <a:p>
                      <a:pPr algn="ctr"/>
                      <a:r>
                        <a:rPr lang="en-US" sz="4000" b="1" dirty="0"/>
                        <a:t>Addressing </a:t>
                      </a:r>
                    </a:p>
                  </a:txBody>
                  <a:tcPr anchor="ctr"/>
                </a:tc>
                <a:tc>
                  <a:txBody>
                    <a:bodyPr/>
                    <a:lstStyle/>
                    <a:p>
                      <a:pPr algn="ctr"/>
                      <a:r>
                        <a:rPr lang="en-US" sz="4000" dirty="0">
                          <a:solidFill>
                            <a:schemeClr val="tx1"/>
                          </a:solidFill>
                        </a:rPr>
                        <a:t>Discrete </a:t>
                      </a:r>
                    </a:p>
                  </a:txBody>
                  <a:tcPr anchor="ctr"/>
                </a:tc>
                <a:tc>
                  <a:txBody>
                    <a:bodyPr/>
                    <a:lstStyle/>
                    <a:p>
                      <a:pPr algn="ctr"/>
                      <a:r>
                        <a:rPr lang="en-US" sz="4000" dirty="0">
                          <a:solidFill>
                            <a:schemeClr val="tx1"/>
                          </a:solidFill>
                        </a:rPr>
                        <a:t>Discrete </a:t>
                      </a:r>
                    </a:p>
                  </a:txBody>
                  <a:tcPr anchor="ctr"/>
                </a:tc>
                <a:tc>
                  <a:txBody>
                    <a:bodyPr/>
                    <a:lstStyle/>
                    <a:p>
                      <a:pPr algn="ctr"/>
                      <a:r>
                        <a:rPr lang="en-US" sz="4000" dirty="0">
                          <a:solidFill>
                            <a:schemeClr val="tx1"/>
                          </a:solidFill>
                        </a:rPr>
                        <a:t>Discrete and unified</a:t>
                      </a:r>
                    </a:p>
                  </a:txBody>
                  <a:tcPr anchor="ctr"/>
                </a:tc>
                <a:tc>
                  <a:txBody>
                    <a:bodyPr/>
                    <a:lstStyle/>
                    <a:p>
                      <a:pPr algn="ctr"/>
                      <a:r>
                        <a:rPr lang="en-US" sz="4000" dirty="0">
                          <a:solidFill>
                            <a:schemeClr val="tx1"/>
                          </a:solidFill>
                        </a:rPr>
                        <a:t>Unified </a:t>
                      </a:r>
                    </a:p>
                  </a:txBody>
                  <a:tcPr anchor="ctr"/>
                </a:tc>
                <a:tc>
                  <a:txBody>
                    <a:bodyPr/>
                    <a:lstStyle/>
                    <a:p>
                      <a:pPr algn="ctr"/>
                      <a:r>
                        <a:rPr lang="en-US" sz="4000" dirty="0">
                          <a:solidFill>
                            <a:schemeClr val="tx1"/>
                          </a:solidFill>
                        </a:rPr>
                        <a:t>Unified </a:t>
                      </a:r>
                    </a:p>
                  </a:txBody>
                  <a:tcPr anchor="ctr"/>
                </a:tc>
                <a:tc>
                  <a:txBody>
                    <a:bodyPr/>
                    <a:lstStyle/>
                    <a:p>
                      <a:pPr algn="ctr"/>
                      <a:r>
                        <a:rPr lang="en-US" sz="4000" dirty="0">
                          <a:solidFill>
                            <a:schemeClr val="tx1"/>
                          </a:solidFill>
                        </a:rPr>
                        <a:t>Discrete and unified</a:t>
                      </a:r>
                    </a:p>
                  </a:txBody>
                  <a:tcPr anchor="ctr">
                    <a:solidFill>
                      <a:schemeClr val="accent2">
                        <a:lumMod val="60000"/>
                        <a:lumOff val="40000"/>
                      </a:schemeClr>
                    </a:solidFill>
                  </a:tcPr>
                </a:tc>
                <a:extLst>
                  <a:ext uri="{0D108BD9-81ED-4DB2-BD59-A6C34878D82A}">
                    <a16:rowId xmlns:a16="http://schemas.microsoft.com/office/drawing/2014/main" val="2208966897"/>
                  </a:ext>
                </a:extLst>
              </a:tr>
              <a:tr h="922638">
                <a:tc>
                  <a:txBody>
                    <a:bodyPr/>
                    <a:lstStyle/>
                    <a:p>
                      <a:pPr algn="ctr"/>
                      <a:r>
                        <a:rPr lang="en-US" sz="4000" b="1" dirty="0"/>
                        <a:t>VM Support </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NA or DIY </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PTW</a:t>
                      </a:r>
                    </a:p>
                  </a:txBody>
                  <a:tcPr anchor="ctr"/>
                </a:tc>
                <a:tc>
                  <a:txBody>
                    <a:bodyPr/>
                    <a:lstStyle/>
                    <a:p>
                      <a:pPr algn="ctr"/>
                      <a:r>
                        <a:rPr lang="en-US" sz="4000" dirty="0">
                          <a:solidFill>
                            <a:schemeClr val="tx1"/>
                          </a:solidFill>
                        </a:rPr>
                        <a:t>PTW</a:t>
                      </a:r>
                    </a:p>
                  </a:txBody>
                  <a:tcPr anchor="ctr">
                    <a:solidFill>
                      <a:schemeClr val="accent2">
                        <a:lumMod val="20000"/>
                        <a:lumOff val="80000"/>
                      </a:schemeClr>
                    </a:solidFill>
                  </a:tcPr>
                </a:tc>
                <a:extLst>
                  <a:ext uri="{0D108BD9-81ED-4DB2-BD59-A6C34878D82A}">
                    <a16:rowId xmlns:a16="http://schemas.microsoft.com/office/drawing/2014/main" val="2328057671"/>
                  </a:ext>
                </a:extLst>
              </a:tr>
              <a:tr h="922638">
                <a:tc>
                  <a:txBody>
                    <a:bodyPr/>
                    <a:lstStyle/>
                    <a:p>
                      <a:pPr algn="ctr"/>
                      <a:r>
                        <a:rPr lang="en-US" sz="4000" b="1" dirty="0"/>
                        <a:t>Network Model</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NA or DIY </a:t>
                      </a:r>
                    </a:p>
                  </a:txBody>
                  <a:tcPr anchor="ctr"/>
                </a:tc>
                <a:tc>
                  <a:txBody>
                    <a:bodyPr/>
                    <a:lstStyle/>
                    <a:p>
                      <a:pPr algn="ctr"/>
                      <a:r>
                        <a:rPr lang="en-US" sz="4000" dirty="0">
                          <a:solidFill>
                            <a:schemeClr val="tx1"/>
                          </a:solidFill>
                        </a:rPr>
                        <a:t>NA</a:t>
                      </a:r>
                    </a:p>
                  </a:txBody>
                  <a:tcPr anchor="ctr"/>
                </a:tc>
                <a:tc>
                  <a:txBody>
                    <a:bodyPr/>
                    <a:lstStyle/>
                    <a:p>
                      <a:pPr algn="ctr"/>
                      <a:r>
                        <a:rPr lang="en-US" sz="4000" dirty="0" err="1">
                          <a:solidFill>
                            <a:schemeClr val="tx1"/>
                          </a:solidFill>
                        </a:rPr>
                        <a:t>BookSim</a:t>
                      </a:r>
                      <a:r>
                        <a:rPr lang="en-US" sz="4000" dirty="0">
                          <a:solidFill>
                            <a:schemeClr val="tx1"/>
                          </a:solidFill>
                        </a:rPr>
                        <a:t> </a:t>
                      </a:r>
                    </a:p>
                  </a:txBody>
                  <a:tcPr anchor="ctr"/>
                </a:tc>
                <a:tc>
                  <a:txBody>
                    <a:bodyPr/>
                    <a:lstStyle/>
                    <a:p>
                      <a:pPr algn="ctr"/>
                      <a:r>
                        <a:rPr lang="en-US" sz="4000" dirty="0">
                          <a:solidFill>
                            <a:schemeClr val="tx1"/>
                          </a:solidFill>
                        </a:rPr>
                        <a:t>GARNET</a:t>
                      </a:r>
                    </a:p>
                  </a:txBody>
                  <a:tcPr anchor="ctr">
                    <a:solidFill>
                      <a:schemeClr val="accent2">
                        <a:lumMod val="60000"/>
                        <a:lumOff val="40000"/>
                      </a:schemeClr>
                    </a:solidFill>
                  </a:tcPr>
                </a:tc>
                <a:extLst>
                  <a:ext uri="{0D108BD9-81ED-4DB2-BD59-A6C34878D82A}">
                    <a16:rowId xmlns:a16="http://schemas.microsoft.com/office/drawing/2014/main" val="3440876368"/>
                  </a:ext>
                </a:extLst>
              </a:tr>
              <a:tr h="922638">
                <a:tc>
                  <a:txBody>
                    <a:bodyPr/>
                    <a:lstStyle/>
                    <a:p>
                      <a:pPr algn="ctr"/>
                      <a:r>
                        <a:rPr lang="en-US" sz="4000" b="1" dirty="0"/>
                        <a:t>Power Model </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NA</a:t>
                      </a:r>
                    </a:p>
                  </a:txBody>
                  <a:tcPr anchor="ctr"/>
                </a:tc>
                <a:tc>
                  <a:txBody>
                    <a:bodyPr/>
                    <a:lstStyle/>
                    <a:p>
                      <a:pPr algn="ctr"/>
                      <a:r>
                        <a:rPr lang="en-US" sz="4000" dirty="0">
                          <a:solidFill>
                            <a:schemeClr val="tx1"/>
                          </a:solidFill>
                        </a:rPr>
                        <a:t>Measurement </a:t>
                      </a:r>
                    </a:p>
                  </a:txBody>
                  <a:tcPr anchor="ctr"/>
                </a:tc>
                <a:tc>
                  <a:txBody>
                    <a:bodyPr/>
                    <a:lstStyle/>
                    <a:p>
                      <a:pPr algn="ctr"/>
                      <a:r>
                        <a:rPr lang="en-US" sz="4000" dirty="0">
                          <a:solidFill>
                            <a:schemeClr val="tx1"/>
                          </a:solidFill>
                        </a:rPr>
                        <a:t>Memory only</a:t>
                      </a:r>
                    </a:p>
                  </a:txBody>
                  <a:tcPr anchor="ctr"/>
                </a:tc>
                <a:tc>
                  <a:txBody>
                    <a:bodyPr/>
                    <a:lstStyle/>
                    <a:p>
                      <a:pPr algn="ctr"/>
                      <a:r>
                        <a:rPr lang="en-US" sz="4000" dirty="0">
                          <a:solidFill>
                            <a:schemeClr val="tx1"/>
                          </a:solidFill>
                        </a:rPr>
                        <a:t>Memory only</a:t>
                      </a:r>
                    </a:p>
                  </a:txBody>
                  <a:tcPr anchor="ctr"/>
                </a:tc>
                <a:tc>
                  <a:txBody>
                    <a:bodyPr/>
                    <a:lstStyle/>
                    <a:p>
                      <a:pPr algn="ctr"/>
                      <a:r>
                        <a:rPr lang="en-US" sz="4000" dirty="0">
                          <a:solidFill>
                            <a:schemeClr val="tx1"/>
                          </a:solidFill>
                        </a:rPr>
                        <a:t>Host, PE and memory</a:t>
                      </a:r>
                    </a:p>
                  </a:txBody>
                  <a:tcPr anchor="ctr">
                    <a:solidFill>
                      <a:schemeClr val="accent2">
                        <a:lumMod val="20000"/>
                        <a:lumOff val="80000"/>
                      </a:schemeClr>
                    </a:solidFill>
                  </a:tcPr>
                </a:tc>
                <a:extLst>
                  <a:ext uri="{0D108BD9-81ED-4DB2-BD59-A6C34878D82A}">
                    <a16:rowId xmlns:a16="http://schemas.microsoft.com/office/drawing/2014/main" val="65338307"/>
                  </a:ext>
                </a:extLst>
              </a:tr>
              <a:tr h="9226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dirty="0">
                          <a:latin typeface="+mn-lt"/>
                        </a:rPr>
                        <a:t>Hardware Validation</a:t>
                      </a:r>
                    </a:p>
                  </a:txBody>
                  <a:tcPr anchor="ctr"/>
                </a:tc>
                <a:tc>
                  <a:txBody>
                    <a:bodyPr/>
                    <a:lstStyle/>
                    <a:p>
                      <a:pPr algn="ctr"/>
                      <a:r>
                        <a:rPr lang="en-US" sz="4000" dirty="0">
                          <a:solidFill>
                            <a:schemeClr val="tx1"/>
                          </a:solidFill>
                          <a:latin typeface="+mn-lt"/>
                        </a:rPr>
                        <a:t>UPMEM RDIMM</a:t>
                      </a:r>
                    </a:p>
                  </a:txBody>
                  <a:tcPr anchor="ctr"/>
                </a:tc>
                <a:tc>
                  <a:txBody>
                    <a:bodyPr/>
                    <a:lstStyle/>
                    <a:p>
                      <a:pPr algn="ctr"/>
                      <a:r>
                        <a:rPr lang="en-US" sz="4000" dirty="0">
                          <a:solidFill>
                            <a:schemeClr val="tx1"/>
                          </a:solidFill>
                          <a:latin typeface="+mn-lt"/>
                        </a:rPr>
                        <a:t>UPMEM RDIMM</a:t>
                      </a:r>
                    </a:p>
                  </a:txBody>
                  <a:tcPr anchor="ctr"/>
                </a:tc>
                <a:tc>
                  <a:txBody>
                    <a:bodyPr/>
                    <a:lstStyle/>
                    <a:p>
                      <a:pPr algn="ctr"/>
                      <a:r>
                        <a:rPr lang="en-US" sz="4000" dirty="0">
                          <a:solidFill>
                            <a:schemeClr val="tx1"/>
                          </a:solidFill>
                          <a:latin typeface="+mn-lt"/>
                        </a:rPr>
                        <a:t>FPGA</a:t>
                      </a:r>
                    </a:p>
                  </a:txBody>
                  <a:tcPr anchor="ctr"/>
                </a:tc>
                <a:tc>
                  <a:txBody>
                    <a:bodyPr/>
                    <a:lstStyle/>
                    <a:p>
                      <a:pPr algn="ctr"/>
                      <a:r>
                        <a:rPr lang="en-US" sz="4000" dirty="0">
                          <a:solidFill>
                            <a:schemeClr val="tx1"/>
                          </a:solidFill>
                          <a:latin typeface="+mn-lt"/>
                        </a:rPr>
                        <a:t>NA</a:t>
                      </a:r>
                    </a:p>
                  </a:txBody>
                  <a:tcPr anchor="ctr"/>
                </a:tc>
                <a:tc>
                  <a:txBody>
                    <a:bodyPr/>
                    <a:lstStyle/>
                    <a:p>
                      <a:pPr algn="ctr"/>
                      <a:r>
                        <a:rPr lang="en-US" sz="4000" dirty="0">
                          <a:solidFill>
                            <a:schemeClr val="tx1"/>
                          </a:solidFill>
                          <a:latin typeface="+mn-lt"/>
                        </a:rPr>
                        <a:t>NA</a:t>
                      </a:r>
                    </a:p>
                  </a:txBody>
                  <a:tcPr anchor="ctr"/>
                </a:tc>
                <a:tc>
                  <a:txBody>
                    <a:bodyPr/>
                    <a:lstStyle/>
                    <a:p>
                      <a:pPr algn="ctr"/>
                      <a:r>
                        <a:rPr lang="en-US" sz="4000" dirty="0">
                          <a:solidFill>
                            <a:schemeClr val="tx1"/>
                          </a:solidFill>
                          <a:latin typeface="+mn-lt"/>
                        </a:rPr>
                        <a:t>To come</a:t>
                      </a:r>
                    </a:p>
                  </a:txBody>
                  <a:tcPr anchor="ctr">
                    <a:solidFill>
                      <a:schemeClr val="accent2">
                        <a:lumMod val="60000"/>
                        <a:lumOff val="40000"/>
                      </a:schemeClr>
                    </a:solidFill>
                  </a:tcPr>
                </a:tc>
                <a:extLst>
                  <a:ext uri="{0D108BD9-81ED-4DB2-BD59-A6C34878D82A}">
                    <a16:rowId xmlns:a16="http://schemas.microsoft.com/office/drawing/2014/main" val="695099110"/>
                  </a:ext>
                </a:extLst>
              </a:tr>
            </a:tbl>
          </a:graphicData>
        </a:graphic>
      </p:graphicFrame>
      <p:sp>
        <p:nvSpPr>
          <p:cNvPr id="42" name="テキスト プレースホルダー 17">
            <a:extLst>
              <a:ext uri="{FF2B5EF4-FFF2-40B4-BE49-F238E27FC236}">
                <a16:creationId xmlns:a16="http://schemas.microsoft.com/office/drawing/2014/main" id="{ECCFE8DE-3B59-C9FD-BEA2-8024E46D6B00}"/>
              </a:ext>
            </a:extLst>
          </p:cNvPr>
          <p:cNvSpPr txBox="1">
            <a:spLocks/>
          </p:cNvSpPr>
          <p:nvPr/>
        </p:nvSpPr>
        <p:spPr>
          <a:xfrm>
            <a:off x="304798" y="38963843"/>
            <a:ext cx="29665616" cy="3339190"/>
          </a:xfrm>
          <a:prstGeom prst="rect">
            <a:avLst/>
          </a:prstGeom>
        </p:spPr>
        <p:txBody>
          <a:bodyPr/>
          <a:lstStyle>
            <a:lvl1pPr marL="180000" indent="-241200" algn="l" defTabSz="3027487" rtl="0" eaLnBrk="1" fontAlgn="auto" latinLnBrk="0" hangingPunct="1">
              <a:lnSpc>
                <a:spcPct val="90000"/>
              </a:lnSpc>
              <a:spcBef>
                <a:spcPts val="3311"/>
              </a:spcBef>
              <a:buSzPct val="150000"/>
              <a:buFontTx/>
              <a:buBlip>
                <a:blip r:embed="rId5"/>
              </a:buBlip>
              <a:defRPr kumimoji="1" sz="3600" b="1" i="0" kern="1200">
                <a:solidFill>
                  <a:schemeClr val="tx1"/>
                </a:solidFill>
                <a:latin typeface="Meiryo" panose="020B0604030504040204" pitchFamily="34" charset="-128"/>
                <a:ea typeface="Meiryo" panose="020B0604030504040204" pitchFamily="34" charset="-128"/>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kumimoji="1"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kumimoji="1"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kumimoji="1" sz="5960" kern="1200">
                <a:solidFill>
                  <a:schemeClr val="tx1"/>
                </a:solidFill>
                <a:latin typeface="+mn-lt"/>
                <a:ea typeface="+mn-ea"/>
                <a:cs typeface="+mn-cs"/>
              </a:defRPr>
            </a:lvl9pPr>
          </a:lstStyle>
          <a:p>
            <a:pPr marL="0" indent="0" algn="just">
              <a:buFontTx/>
              <a:buNone/>
            </a:pPr>
            <a:r>
              <a:rPr lang="en-US" sz="6000" b="0" i="0" dirty="0">
                <a:effectLst/>
                <a:latin typeface="+mn-lt"/>
              </a:rPr>
              <a:t>PIMID bridges the gap in PIM research tools by offering </a:t>
            </a:r>
            <a:r>
              <a:rPr lang="en-US" sz="6000" b="0" i="0">
                <a:effectLst/>
                <a:latin typeface="+mn-lt"/>
              </a:rPr>
              <a:t>a </a:t>
            </a:r>
            <a:r>
              <a:rPr lang="en-US" sz="6000" b="1" i="0">
                <a:effectLst/>
                <a:latin typeface="+mn-lt"/>
              </a:rPr>
              <a:t>comprehensive </a:t>
            </a:r>
            <a:r>
              <a:rPr lang="en-US" sz="6000" b="0" i="0" dirty="0">
                <a:effectLst/>
                <a:latin typeface="+mn-lt"/>
              </a:rPr>
              <a:t>and </a:t>
            </a:r>
            <a:r>
              <a:rPr lang="en-US" sz="6000" b="1" i="0" dirty="0">
                <a:effectLst/>
                <a:latin typeface="+mn-lt"/>
              </a:rPr>
              <a:t>high-fidelity </a:t>
            </a:r>
            <a:r>
              <a:rPr lang="en-US" sz="6000" b="0" i="0" dirty="0">
                <a:effectLst/>
                <a:latin typeface="+mn-lt"/>
              </a:rPr>
              <a:t>simulation framework. It enables detailed exploration of PIM architectures, paving the way for innovative memory-centric computing solutions. We are going to open-source PIMID and add more features, including the support for storage class memories and hardware validations.</a:t>
            </a:r>
            <a:endParaRPr lang="en-US" sz="9600" b="0" dirty="0">
              <a:latin typeface="+mn-lt"/>
            </a:endParaRPr>
          </a:p>
        </p:txBody>
      </p:sp>
      <p:sp>
        <p:nvSpPr>
          <p:cNvPr id="23" name="TextBox 22">
            <a:extLst>
              <a:ext uri="{FF2B5EF4-FFF2-40B4-BE49-F238E27FC236}">
                <a16:creationId xmlns:a16="http://schemas.microsoft.com/office/drawing/2014/main" id="{8371DCCD-2D02-A3F5-47E8-9F37999728BE}"/>
              </a:ext>
            </a:extLst>
          </p:cNvPr>
          <p:cNvSpPr txBox="1"/>
          <p:nvPr/>
        </p:nvSpPr>
        <p:spPr>
          <a:xfrm>
            <a:off x="703908" y="19215741"/>
            <a:ext cx="1420582" cy="646331"/>
          </a:xfrm>
          <a:prstGeom prst="rect">
            <a:avLst/>
          </a:prstGeom>
          <a:noFill/>
        </p:spPr>
        <p:txBody>
          <a:bodyPr wrap="none" rtlCol="0">
            <a:spAutoFit/>
          </a:bodyPr>
          <a:lstStyle/>
          <a:p>
            <a:r>
              <a:rPr lang="en-US" sz="3600" b="1" dirty="0">
                <a:solidFill>
                  <a:schemeClr val="bg1"/>
                </a:solidFill>
              </a:rPr>
              <a:t>DRAM</a:t>
            </a:r>
          </a:p>
        </p:txBody>
      </p:sp>
      <p:sp>
        <p:nvSpPr>
          <p:cNvPr id="26" name="TextBox 25">
            <a:extLst>
              <a:ext uri="{FF2B5EF4-FFF2-40B4-BE49-F238E27FC236}">
                <a16:creationId xmlns:a16="http://schemas.microsoft.com/office/drawing/2014/main" id="{DF5AC38E-E0B7-3758-5533-16BCB60F0A84}"/>
              </a:ext>
            </a:extLst>
          </p:cNvPr>
          <p:cNvSpPr txBox="1"/>
          <p:nvPr/>
        </p:nvSpPr>
        <p:spPr>
          <a:xfrm>
            <a:off x="3116906" y="19255327"/>
            <a:ext cx="1346844" cy="646331"/>
          </a:xfrm>
          <a:prstGeom prst="rect">
            <a:avLst/>
          </a:prstGeom>
          <a:noFill/>
        </p:spPr>
        <p:txBody>
          <a:bodyPr wrap="none" rtlCol="0">
            <a:spAutoFit/>
          </a:bodyPr>
          <a:lstStyle/>
          <a:p>
            <a:r>
              <a:rPr lang="en-US" sz="3600" b="1" dirty="0">
                <a:solidFill>
                  <a:schemeClr val="bg1"/>
                </a:solidFill>
              </a:rPr>
              <a:t>SRAM</a:t>
            </a:r>
          </a:p>
        </p:txBody>
      </p:sp>
      <p:sp>
        <p:nvSpPr>
          <p:cNvPr id="27" name="TextBox 26">
            <a:extLst>
              <a:ext uri="{FF2B5EF4-FFF2-40B4-BE49-F238E27FC236}">
                <a16:creationId xmlns:a16="http://schemas.microsoft.com/office/drawing/2014/main" id="{95A15278-B469-A1D6-0F5B-DEA968B5F294}"/>
              </a:ext>
            </a:extLst>
          </p:cNvPr>
          <p:cNvSpPr txBox="1"/>
          <p:nvPr/>
        </p:nvSpPr>
        <p:spPr>
          <a:xfrm>
            <a:off x="5328334" y="18978337"/>
            <a:ext cx="1532791" cy="1200329"/>
          </a:xfrm>
          <a:prstGeom prst="rect">
            <a:avLst/>
          </a:prstGeom>
          <a:noFill/>
        </p:spPr>
        <p:txBody>
          <a:bodyPr wrap="none" rtlCol="0">
            <a:spAutoFit/>
          </a:bodyPr>
          <a:lstStyle/>
          <a:p>
            <a:pPr algn="ctr"/>
            <a:r>
              <a:rPr lang="en-US" sz="3600" b="1" dirty="0">
                <a:solidFill>
                  <a:schemeClr val="bg1"/>
                </a:solidFill>
              </a:rPr>
              <a:t>STT</a:t>
            </a:r>
          </a:p>
          <a:p>
            <a:pPr algn="ctr"/>
            <a:r>
              <a:rPr lang="en-US" sz="3600" b="1" dirty="0">
                <a:solidFill>
                  <a:schemeClr val="bg1"/>
                </a:solidFill>
              </a:rPr>
              <a:t>MRAM</a:t>
            </a:r>
          </a:p>
        </p:txBody>
      </p:sp>
      <p:sp>
        <p:nvSpPr>
          <p:cNvPr id="28" name="Arrow: Right 27">
            <a:extLst>
              <a:ext uri="{FF2B5EF4-FFF2-40B4-BE49-F238E27FC236}">
                <a16:creationId xmlns:a16="http://schemas.microsoft.com/office/drawing/2014/main" id="{59372F99-966D-84B3-6CB2-FDF4B34D7005}"/>
              </a:ext>
            </a:extLst>
          </p:cNvPr>
          <p:cNvSpPr/>
          <p:nvPr/>
        </p:nvSpPr>
        <p:spPr>
          <a:xfrm>
            <a:off x="1858691" y="21214285"/>
            <a:ext cx="1922408" cy="6223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31B0D7C6-F03B-7E33-D4FE-E47CED24CD4F}"/>
              </a:ext>
            </a:extLst>
          </p:cNvPr>
          <p:cNvSpPr/>
          <p:nvPr/>
        </p:nvSpPr>
        <p:spPr>
          <a:xfrm>
            <a:off x="5384768" y="21214082"/>
            <a:ext cx="1492101" cy="6223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8ACF4CB5-8020-4A01-F6B6-C96EBB6A24B0}"/>
              </a:ext>
            </a:extLst>
          </p:cNvPr>
          <p:cNvCxnSpPr>
            <a:cxnSpLocks/>
          </p:cNvCxnSpPr>
          <p:nvPr/>
        </p:nvCxnSpPr>
        <p:spPr>
          <a:xfrm>
            <a:off x="1858691" y="23907142"/>
            <a:ext cx="5018178" cy="0"/>
          </a:xfrm>
          <a:prstGeom prst="straightConnector1">
            <a:avLst/>
          </a:prstGeom>
          <a:ln w="76200">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3BCB0DA-58DD-8B67-2944-997919F55618}"/>
              </a:ext>
            </a:extLst>
          </p:cNvPr>
          <p:cNvSpPr txBox="1"/>
          <p:nvPr/>
        </p:nvSpPr>
        <p:spPr>
          <a:xfrm>
            <a:off x="498214" y="21226639"/>
            <a:ext cx="1064330" cy="646331"/>
          </a:xfrm>
          <a:prstGeom prst="rect">
            <a:avLst/>
          </a:prstGeom>
          <a:noFill/>
        </p:spPr>
        <p:txBody>
          <a:bodyPr wrap="none" rtlCol="0">
            <a:spAutoFit/>
          </a:bodyPr>
          <a:lstStyle/>
          <a:p>
            <a:r>
              <a:rPr lang="en-US" sz="3600" b="1" dirty="0"/>
              <a:t>Host</a:t>
            </a:r>
          </a:p>
        </p:txBody>
      </p:sp>
      <p:sp>
        <p:nvSpPr>
          <p:cNvPr id="47" name="TextBox 46">
            <a:extLst>
              <a:ext uri="{FF2B5EF4-FFF2-40B4-BE49-F238E27FC236}">
                <a16:creationId xmlns:a16="http://schemas.microsoft.com/office/drawing/2014/main" id="{4BF6A055-A0C0-79CE-C5CA-CCE9C59246B0}"/>
              </a:ext>
            </a:extLst>
          </p:cNvPr>
          <p:cNvSpPr txBox="1"/>
          <p:nvPr/>
        </p:nvSpPr>
        <p:spPr>
          <a:xfrm>
            <a:off x="314255" y="22838647"/>
            <a:ext cx="1464825" cy="646331"/>
          </a:xfrm>
          <a:prstGeom prst="rect">
            <a:avLst/>
          </a:prstGeom>
          <a:noFill/>
        </p:spPr>
        <p:txBody>
          <a:bodyPr wrap="none" rtlCol="0">
            <a:spAutoFit/>
          </a:bodyPr>
          <a:lstStyle/>
          <a:p>
            <a:r>
              <a:rPr lang="en-US" sz="3600" b="1" dirty="0"/>
              <a:t>Device</a:t>
            </a:r>
          </a:p>
        </p:txBody>
      </p:sp>
      <p:sp>
        <p:nvSpPr>
          <p:cNvPr id="48" name="Arrow: Right 47">
            <a:extLst>
              <a:ext uri="{FF2B5EF4-FFF2-40B4-BE49-F238E27FC236}">
                <a16:creationId xmlns:a16="http://schemas.microsoft.com/office/drawing/2014/main" id="{17878500-0EE8-3481-FAC1-58A581D21FD7}"/>
              </a:ext>
            </a:extLst>
          </p:cNvPr>
          <p:cNvSpPr/>
          <p:nvPr/>
        </p:nvSpPr>
        <p:spPr>
          <a:xfrm>
            <a:off x="3794181" y="22850614"/>
            <a:ext cx="1590587" cy="622398"/>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6293F9B7-C2E3-3491-2D60-30EBCABC4E5C}"/>
              </a:ext>
            </a:extLst>
          </p:cNvPr>
          <p:cNvSpPr txBox="1"/>
          <p:nvPr/>
        </p:nvSpPr>
        <p:spPr>
          <a:xfrm>
            <a:off x="2678750" y="23847768"/>
            <a:ext cx="3234090" cy="646331"/>
          </a:xfrm>
          <a:prstGeom prst="rect">
            <a:avLst/>
          </a:prstGeom>
          <a:noFill/>
        </p:spPr>
        <p:txBody>
          <a:bodyPr wrap="none" rtlCol="0">
            <a:spAutoFit/>
          </a:bodyPr>
          <a:lstStyle/>
          <a:p>
            <a:r>
              <a:rPr lang="en-US" sz="3600" b="1" dirty="0"/>
              <a:t>Simulation time</a:t>
            </a:r>
          </a:p>
        </p:txBody>
      </p:sp>
      <p:cxnSp>
        <p:nvCxnSpPr>
          <p:cNvPr id="51" name="Straight Arrow Connector 50">
            <a:extLst>
              <a:ext uri="{FF2B5EF4-FFF2-40B4-BE49-F238E27FC236}">
                <a16:creationId xmlns:a16="http://schemas.microsoft.com/office/drawing/2014/main" id="{9C783E59-8ED5-80B6-C836-E234B5CC5CCE}"/>
              </a:ext>
            </a:extLst>
          </p:cNvPr>
          <p:cNvCxnSpPr/>
          <p:nvPr/>
        </p:nvCxnSpPr>
        <p:spPr>
          <a:xfrm flipH="1">
            <a:off x="3732973" y="21825597"/>
            <a:ext cx="13082" cy="10410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997F6A3-32CB-9FC3-C9AA-40712618C178}"/>
              </a:ext>
            </a:extLst>
          </p:cNvPr>
          <p:cNvCxnSpPr>
            <a:cxnSpLocks/>
          </p:cNvCxnSpPr>
          <p:nvPr/>
        </p:nvCxnSpPr>
        <p:spPr>
          <a:xfrm flipV="1">
            <a:off x="5326445" y="21812285"/>
            <a:ext cx="0" cy="10410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4F083D34-2949-5DD5-978A-AB2959CB00C0}"/>
              </a:ext>
            </a:extLst>
          </p:cNvPr>
          <p:cNvSpPr txBox="1"/>
          <p:nvPr/>
        </p:nvSpPr>
        <p:spPr>
          <a:xfrm>
            <a:off x="3804377" y="21743033"/>
            <a:ext cx="1550424" cy="1200329"/>
          </a:xfrm>
          <a:prstGeom prst="rect">
            <a:avLst/>
          </a:prstGeom>
          <a:noFill/>
        </p:spPr>
        <p:txBody>
          <a:bodyPr wrap="none" rtlCol="0">
            <a:spAutoFit/>
          </a:bodyPr>
          <a:lstStyle/>
          <a:p>
            <a:r>
              <a:rPr lang="en-US" sz="3600" b="1" dirty="0"/>
              <a:t>Socket</a:t>
            </a:r>
          </a:p>
          <a:p>
            <a:r>
              <a:rPr lang="en-US" sz="3600" b="1" dirty="0"/>
              <a:t>Comm.</a:t>
            </a:r>
          </a:p>
        </p:txBody>
      </p:sp>
      <p:sp>
        <p:nvSpPr>
          <p:cNvPr id="61" name="TextBox 60">
            <a:extLst>
              <a:ext uri="{FF2B5EF4-FFF2-40B4-BE49-F238E27FC236}">
                <a16:creationId xmlns:a16="http://schemas.microsoft.com/office/drawing/2014/main" id="{EB843514-52A0-8CD6-0348-4660925BEEC4}"/>
              </a:ext>
            </a:extLst>
          </p:cNvPr>
          <p:cNvSpPr txBox="1"/>
          <p:nvPr/>
        </p:nvSpPr>
        <p:spPr>
          <a:xfrm>
            <a:off x="24320438" y="23824898"/>
            <a:ext cx="5254236" cy="1200329"/>
          </a:xfrm>
          <a:prstGeom prst="rect">
            <a:avLst/>
          </a:prstGeom>
          <a:noFill/>
        </p:spPr>
        <p:txBody>
          <a:bodyPr wrap="square" rtlCol="0">
            <a:spAutoFit/>
          </a:bodyPr>
          <a:lstStyle/>
          <a:p>
            <a:pPr algn="ctr"/>
            <a:r>
              <a:rPr lang="en-US" sz="3600" b="1" dirty="0"/>
              <a:t>Network interconnections inside the memory</a:t>
            </a:r>
          </a:p>
        </p:txBody>
      </p:sp>
      <p:sp>
        <p:nvSpPr>
          <p:cNvPr id="1057" name="TextBox 1056">
            <a:extLst>
              <a:ext uri="{FF2B5EF4-FFF2-40B4-BE49-F238E27FC236}">
                <a16:creationId xmlns:a16="http://schemas.microsoft.com/office/drawing/2014/main" id="{6960D027-3673-4CCD-B15D-3B4DCEE2C95C}"/>
              </a:ext>
            </a:extLst>
          </p:cNvPr>
          <p:cNvSpPr txBox="1"/>
          <p:nvPr/>
        </p:nvSpPr>
        <p:spPr>
          <a:xfrm>
            <a:off x="1427686" y="17191052"/>
            <a:ext cx="4668045" cy="1200329"/>
          </a:xfrm>
          <a:prstGeom prst="rect">
            <a:avLst/>
          </a:prstGeom>
          <a:noFill/>
        </p:spPr>
        <p:txBody>
          <a:bodyPr wrap="square" rtlCol="0">
            <a:spAutoFit/>
          </a:bodyPr>
          <a:lstStyle/>
          <a:p>
            <a:pPr algn="ctr"/>
            <a:r>
              <a:rPr lang="en-US" sz="3600" b="1" dirty="0"/>
              <a:t>Various underlying memory technologies</a:t>
            </a:r>
          </a:p>
        </p:txBody>
      </p:sp>
      <p:sp>
        <p:nvSpPr>
          <p:cNvPr id="9" name="Rectangle: Rounded Corners 8">
            <a:extLst>
              <a:ext uri="{FF2B5EF4-FFF2-40B4-BE49-F238E27FC236}">
                <a16:creationId xmlns:a16="http://schemas.microsoft.com/office/drawing/2014/main" id="{532C7011-DFB3-E615-3C2E-881712BFD5AD}"/>
              </a:ext>
            </a:extLst>
          </p:cNvPr>
          <p:cNvSpPr/>
          <p:nvPr/>
        </p:nvSpPr>
        <p:spPr>
          <a:xfrm>
            <a:off x="7703380" y="17217509"/>
            <a:ext cx="7826515" cy="3597204"/>
          </a:xfrm>
          <a:prstGeom prst="roundRect">
            <a:avLst/>
          </a:prstGeom>
          <a:solidFill>
            <a:schemeClr val="accent2">
              <a:lumMod val="60000"/>
              <a:lumOff val="4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3200" b="1" dirty="0">
                <a:solidFill>
                  <a:schemeClr val="tx1"/>
                </a:solidFill>
              </a:rPr>
              <a:t>Multiple Underlying Memory Technologies</a:t>
            </a:r>
          </a:p>
          <a:p>
            <a:pPr marL="457200" indent="-457200">
              <a:buBlip>
                <a:blip r:embed="rId6"/>
              </a:buBlip>
            </a:pPr>
            <a:r>
              <a:rPr lang="en-US" sz="3200" dirty="0">
                <a:solidFill>
                  <a:schemeClr val="tx1"/>
                </a:solidFill>
              </a:rPr>
              <a:t>CACTI for SRAM</a:t>
            </a:r>
          </a:p>
          <a:p>
            <a:pPr marL="457200" indent="-457200">
              <a:buBlip>
                <a:blip r:embed="rId6"/>
              </a:buBlip>
            </a:pPr>
            <a:r>
              <a:rPr lang="en-US" sz="3200" dirty="0" err="1">
                <a:solidFill>
                  <a:schemeClr val="tx1"/>
                </a:solidFill>
              </a:rPr>
              <a:t>Ramulator</a:t>
            </a:r>
            <a:r>
              <a:rPr lang="en-US" sz="3200" dirty="0">
                <a:solidFill>
                  <a:schemeClr val="tx1"/>
                </a:solidFill>
              </a:rPr>
              <a:t> for DRAM</a:t>
            </a:r>
          </a:p>
          <a:p>
            <a:pPr marL="457200" indent="-457200">
              <a:buBlip>
                <a:blip r:embed="rId6"/>
              </a:buBlip>
            </a:pPr>
            <a:r>
              <a:rPr lang="en-US" sz="3200" dirty="0" err="1">
                <a:solidFill>
                  <a:schemeClr val="tx1"/>
                </a:solidFill>
              </a:rPr>
              <a:t>NVSim</a:t>
            </a:r>
            <a:r>
              <a:rPr lang="en-US" sz="3200" dirty="0">
                <a:solidFill>
                  <a:schemeClr val="tx1"/>
                </a:solidFill>
              </a:rPr>
              <a:t> for STT-MRAM</a:t>
            </a:r>
          </a:p>
          <a:p>
            <a:pPr marL="285750" indent="-285750">
              <a:buFont typeface="Arial" panose="020B0604020202020204" pitchFamily="34" charset="0"/>
              <a:buChar char="•"/>
            </a:pPr>
            <a:endParaRPr lang="en-US" sz="3200" dirty="0">
              <a:solidFill>
                <a:schemeClr val="tx1"/>
              </a:solidFill>
            </a:endParaRPr>
          </a:p>
          <a:p>
            <a:pPr marL="285750" indent="-285750">
              <a:buFont typeface="Arial" panose="020B0604020202020204" pitchFamily="34" charset="0"/>
              <a:buChar char="•"/>
            </a:pPr>
            <a:endParaRPr lang="en-US" sz="3200" dirty="0">
              <a:solidFill>
                <a:schemeClr val="tx1"/>
              </a:solidFill>
            </a:endParaRPr>
          </a:p>
          <a:p>
            <a:pPr marL="285750" indent="-285750">
              <a:buFont typeface="Arial" panose="020B0604020202020204" pitchFamily="34" charset="0"/>
              <a:buChar char="•"/>
            </a:pPr>
            <a:endParaRPr lang="en-US" sz="3200" dirty="0"/>
          </a:p>
        </p:txBody>
      </p:sp>
      <p:sp>
        <p:nvSpPr>
          <p:cNvPr id="10" name="Rectangle: Rounded Corners 9">
            <a:extLst>
              <a:ext uri="{FF2B5EF4-FFF2-40B4-BE49-F238E27FC236}">
                <a16:creationId xmlns:a16="http://schemas.microsoft.com/office/drawing/2014/main" id="{B8FCF61E-78F3-FAE4-73F7-EF1EA0976395}"/>
              </a:ext>
            </a:extLst>
          </p:cNvPr>
          <p:cNvSpPr/>
          <p:nvPr/>
        </p:nvSpPr>
        <p:spPr>
          <a:xfrm>
            <a:off x="7717949" y="20815098"/>
            <a:ext cx="7826515" cy="3739132"/>
          </a:xfrm>
          <a:prstGeom prst="roundRect">
            <a:avLst/>
          </a:prstGeom>
          <a:solidFill>
            <a:schemeClr val="accent6">
              <a:lumMod val="60000"/>
              <a:lumOff val="4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endParaRPr lang="en-US" dirty="0">
              <a:solidFill>
                <a:schemeClr val="tx1"/>
              </a:solidFill>
            </a:endParaRPr>
          </a:p>
          <a:p>
            <a:endParaRPr lang="en-US" sz="3200" b="1" dirty="0">
              <a:solidFill>
                <a:schemeClr val="tx1"/>
              </a:solidFill>
            </a:endParaRPr>
          </a:p>
          <a:p>
            <a:endParaRPr lang="en-US" sz="3200" b="1" dirty="0">
              <a:solidFill>
                <a:schemeClr val="tx1"/>
              </a:solidFill>
            </a:endParaRPr>
          </a:p>
          <a:p>
            <a:endParaRPr lang="en-US" sz="3200" b="1" dirty="0">
              <a:solidFill>
                <a:schemeClr val="tx1"/>
              </a:solidFill>
            </a:endParaRPr>
          </a:p>
          <a:p>
            <a:r>
              <a:rPr lang="en-US" sz="3200" b="1" dirty="0">
                <a:solidFill>
                  <a:schemeClr val="tx1"/>
                </a:solidFill>
              </a:rPr>
              <a:t>Power and Energy Modelling</a:t>
            </a:r>
          </a:p>
          <a:p>
            <a:pPr marL="457200" indent="-457200">
              <a:buBlip>
                <a:blip r:embed="rId7"/>
              </a:buBlip>
            </a:pPr>
            <a:r>
              <a:rPr lang="en-US" sz="3200" dirty="0" err="1">
                <a:solidFill>
                  <a:schemeClr val="tx1"/>
                </a:solidFill>
              </a:rPr>
              <a:t>McPAT</a:t>
            </a:r>
            <a:r>
              <a:rPr lang="en-US" sz="3200" dirty="0">
                <a:solidFill>
                  <a:schemeClr val="tx1"/>
                </a:solidFill>
              </a:rPr>
              <a:t> for host, PEs and the network</a:t>
            </a:r>
          </a:p>
          <a:p>
            <a:pPr marL="457200" indent="-457200">
              <a:buBlip>
                <a:blip r:embed="rId7"/>
              </a:buBlip>
            </a:pPr>
            <a:r>
              <a:rPr lang="en-US" sz="3200" dirty="0">
                <a:solidFill>
                  <a:schemeClr val="tx1"/>
                </a:solidFill>
              </a:rPr>
              <a:t>CACTI, </a:t>
            </a:r>
            <a:r>
              <a:rPr lang="en-US" sz="3200" dirty="0" err="1">
                <a:solidFill>
                  <a:schemeClr val="tx1"/>
                </a:solidFill>
              </a:rPr>
              <a:t>Ramulator</a:t>
            </a:r>
            <a:r>
              <a:rPr lang="en-US" sz="3200" dirty="0">
                <a:solidFill>
                  <a:schemeClr val="tx1"/>
                </a:solidFill>
              </a:rPr>
              <a:t> and </a:t>
            </a:r>
            <a:r>
              <a:rPr lang="en-US" sz="3200" dirty="0" err="1">
                <a:solidFill>
                  <a:schemeClr val="tx1"/>
                </a:solidFill>
              </a:rPr>
              <a:t>NVSim</a:t>
            </a:r>
            <a:r>
              <a:rPr lang="en-US" sz="3200" dirty="0">
                <a:solidFill>
                  <a:schemeClr val="tx1"/>
                </a:solidFill>
              </a:rPr>
              <a:t> for memories</a:t>
            </a:r>
          </a:p>
        </p:txBody>
      </p:sp>
      <p:sp>
        <p:nvSpPr>
          <p:cNvPr id="11" name="Rectangle: Rounded Corners 10">
            <a:extLst>
              <a:ext uri="{FF2B5EF4-FFF2-40B4-BE49-F238E27FC236}">
                <a16:creationId xmlns:a16="http://schemas.microsoft.com/office/drawing/2014/main" id="{C33E78E3-D600-DBC0-2E33-32CDE55849E7}"/>
              </a:ext>
            </a:extLst>
          </p:cNvPr>
          <p:cNvSpPr/>
          <p:nvPr/>
        </p:nvSpPr>
        <p:spPr>
          <a:xfrm>
            <a:off x="15544459" y="20814712"/>
            <a:ext cx="7786677" cy="3739518"/>
          </a:xfrm>
          <a:prstGeom prst="roundRect">
            <a:avLst/>
          </a:prstGeom>
          <a:solidFill>
            <a:schemeClr val="accent4">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endParaRPr lang="en-US" b="1" dirty="0">
              <a:solidFill>
                <a:schemeClr val="tx1"/>
              </a:solidFill>
            </a:endParaRPr>
          </a:p>
          <a:p>
            <a:pPr algn="r"/>
            <a:endParaRPr lang="en-US" b="1" dirty="0">
              <a:solidFill>
                <a:schemeClr val="tx1"/>
              </a:solidFill>
            </a:endParaRPr>
          </a:p>
          <a:p>
            <a:pPr algn="r"/>
            <a:r>
              <a:rPr lang="en-US" sz="3200" b="1" dirty="0">
                <a:solidFill>
                  <a:schemeClr val="tx1"/>
                </a:solidFill>
              </a:rPr>
              <a:t>GARNET for</a:t>
            </a:r>
          </a:p>
          <a:p>
            <a:pPr algn="r"/>
            <a:r>
              <a:rPr lang="en-US" sz="3200" b="1" dirty="0">
                <a:solidFill>
                  <a:schemeClr val="tx1"/>
                </a:solidFill>
              </a:rPr>
              <a:t>Advanced</a:t>
            </a:r>
          </a:p>
          <a:p>
            <a:pPr algn="r"/>
            <a:r>
              <a:rPr lang="en-US" sz="3200" b="1" dirty="0">
                <a:solidFill>
                  <a:schemeClr val="tx1"/>
                </a:solidFill>
              </a:rPr>
              <a:t>Network Support</a:t>
            </a:r>
          </a:p>
          <a:p>
            <a:pPr marL="457200" indent="-457200" algn="r">
              <a:buBlip>
                <a:blip r:embed="rId6"/>
              </a:buBlip>
            </a:pPr>
            <a:r>
              <a:rPr lang="en-US" sz="3200" dirty="0">
                <a:solidFill>
                  <a:schemeClr val="tx1"/>
                </a:solidFill>
              </a:rPr>
              <a:t>Topologies</a:t>
            </a:r>
          </a:p>
          <a:p>
            <a:pPr marL="457200" indent="-457200" algn="r">
              <a:buBlip>
                <a:blip r:embed="rId6"/>
              </a:buBlip>
            </a:pPr>
            <a:r>
              <a:rPr lang="en-US" sz="3200" dirty="0">
                <a:solidFill>
                  <a:schemeClr val="tx1"/>
                </a:solidFill>
              </a:rPr>
              <a:t>Routing</a:t>
            </a:r>
          </a:p>
          <a:p>
            <a:pPr marL="457200" indent="-457200" algn="r">
              <a:buBlip>
                <a:blip r:embed="rId6"/>
              </a:buBlip>
            </a:pPr>
            <a:r>
              <a:rPr lang="en-US" sz="3200" dirty="0">
                <a:solidFill>
                  <a:schemeClr val="tx1"/>
                </a:solidFill>
              </a:rPr>
              <a:t>Flow control</a:t>
            </a:r>
            <a:endParaRPr lang="en-US" sz="3200" dirty="0"/>
          </a:p>
        </p:txBody>
      </p:sp>
      <p:sp>
        <p:nvSpPr>
          <p:cNvPr id="12" name="Rectangle: Rounded Corners 11">
            <a:extLst>
              <a:ext uri="{FF2B5EF4-FFF2-40B4-BE49-F238E27FC236}">
                <a16:creationId xmlns:a16="http://schemas.microsoft.com/office/drawing/2014/main" id="{4AB6A80D-988C-84E5-917E-BC484F4F8EDB}"/>
              </a:ext>
            </a:extLst>
          </p:cNvPr>
          <p:cNvSpPr/>
          <p:nvPr/>
        </p:nvSpPr>
        <p:spPr>
          <a:xfrm>
            <a:off x="15529894" y="17217509"/>
            <a:ext cx="7826515" cy="3597204"/>
          </a:xfrm>
          <a:prstGeom prst="roundRect">
            <a:avLst/>
          </a:prstGeom>
          <a:solidFill>
            <a:schemeClr val="accent5">
              <a:lumMod val="60000"/>
              <a:lumOff val="40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457200" indent="-457200" algn="r">
              <a:buBlip>
                <a:blip r:embed="rId7"/>
              </a:buBlip>
            </a:pPr>
            <a:r>
              <a:rPr lang="en-US" sz="3200" b="1" dirty="0">
                <a:solidFill>
                  <a:schemeClr val="tx1"/>
                </a:solidFill>
              </a:rPr>
              <a:t>Fine-Grain Placements of PEs in Different Layers of the Memory</a:t>
            </a:r>
          </a:p>
          <a:p>
            <a:pPr marL="457200" indent="-457200" algn="r">
              <a:buBlip>
                <a:blip r:embed="rId7"/>
              </a:buBlip>
            </a:pPr>
            <a:r>
              <a:rPr lang="en-US" sz="3200" dirty="0">
                <a:solidFill>
                  <a:schemeClr val="tx1"/>
                </a:solidFill>
              </a:rPr>
              <a:t>Subarrays</a:t>
            </a:r>
          </a:p>
          <a:p>
            <a:pPr marL="457200" indent="-457200" algn="r">
              <a:buBlip>
                <a:blip r:embed="rId7"/>
              </a:buBlip>
            </a:pPr>
            <a:r>
              <a:rPr lang="en-US" sz="3200" dirty="0">
                <a:solidFill>
                  <a:schemeClr val="tx1"/>
                </a:solidFill>
              </a:rPr>
              <a:t>Banks</a:t>
            </a:r>
          </a:p>
          <a:p>
            <a:pPr marL="457200" indent="-457200" algn="r">
              <a:buBlip>
                <a:blip r:embed="rId7"/>
              </a:buBlip>
            </a:pPr>
            <a:r>
              <a:rPr lang="en-US" sz="3200" dirty="0">
                <a:solidFill>
                  <a:schemeClr val="tx1"/>
                </a:solidFill>
              </a:rPr>
              <a:t>Chips</a:t>
            </a:r>
          </a:p>
          <a:p>
            <a:pPr marL="457200" indent="-457200" algn="r">
              <a:buBlip>
                <a:blip r:embed="rId7"/>
              </a:buBlip>
            </a:pPr>
            <a:r>
              <a:rPr lang="en-US" sz="3200" dirty="0">
                <a:solidFill>
                  <a:schemeClr val="tx1"/>
                </a:solidFill>
              </a:rPr>
              <a:t>Ranks</a:t>
            </a:r>
          </a:p>
          <a:p>
            <a:pPr marL="457200" indent="-457200" algn="r">
              <a:buBlip>
                <a:blip r:embed="rId7"/>
              </a:buBlip>
            </a:pPr>
            <a:r>
              <a:rPr lang="en-US" sz="3200" dirty="0">
                <a:solidFill>
                  <a:schemeClr val="tx1"/>
                </a:solidFill>
              </a:rPr>
              <a:t>Logic die</a:t>
            </a:r>
          </a:p>
        </p:txBody>
      </p:sp>
      <p:sp>
        <p:nvSpPr>
          <p:cNvPr id="13" name="Rectangle: Rounded Corners 12">
            <a:extLst>
              <a:ext uri="{FF2B5EF4-FFF2-40B4-BE49-F238E27FC236}">
                <a16:creationId xmlns:a16="http://schemas.microsoft.com/office/drawing/2014/main" id="{3D18EC46-2BA6-1F5B-C9C0-FC2F221D4A74}"/>
              </a:ext>
            </a:extLst>
          </p:cNvPr>
          <p:cNvSpPr/>
          <p:nvPr/>
        </p:nvSpPr>
        <p:spPr>
          <a:xfrm>
            <a:off x="11493866" y="19179525"/>
            <a:ext cx="8072057" cy="3317559"/>
          </a:xfrm>
          <a:prstGeom prst="roundRect">
            <a:avLst/>
          </a:prstGeom>
          <a:solidFill>
            <a:schemeClr val="tx1">
              <a:lumMod val="65000"/>
              <a:lumOff val="35000"/>
            </a:schemeClr>
          </a:solidFill>
          <a:ln w="38100">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600" b="1" dirty="0">
                <a:solidFill>
                  <a:schemeClr val="bg1"/>
                </a:solidFill>
              </a:rPr>
              <a:t>Host and Device Co-Simulation</a:t>
            </a:r>
          </a:p>
          <a:p>
            <a:pPr marL="571500" indent="-571500">
              <a:buFont typeface="Wingdings" panose="05000000000000000000" pitchFamily="2" charset="2"/>
              <a:buChar char="v"/>
            </a:pPr>
            <a:r>
              <a:rPr lang="en-US" sz="3600" dirty="0">
                <a:solidFill>
                  <a:schemeClr val="bg1"/>
                </a:solidFill>
              </a:rPr>
              <a:t>Different </a:t>
            </a:r>
            <a:r>
              <a:rPr lang="en-US" sz="3600" dirty="0" err="1">
                <a:solidFill>
                  <a:schemeClr val="bg1"/>
                </a:solidFill>
              </a:rPr>
              <a:t>ZSim</a:t>
            </a:r>
            <a:r>
              <a:rPr lang="en-US" sz="3600" dirty="0">
                <a:solidFill>
                  <a:schemeClr val="bg1"/>
                </a:solidFill>
              </a:rPr>
              <a:t> processes representing host and device domains </a:t>
            </a:r>
          </a:p>
          <a:p>
            <a:pPr marL="571500" indent="-571500">
              <a:buFont typeface="Wingdings" panose="05000000000000000000" pitchFamily="2" charset="2"/>
              <a:buChar char="v"/>
            </a:pPr>
            <a:r>
              <a:rPr lang="en-US" sz="3600" dirty="0">
                <a:solidFill>
                  <a:schemeClr val="bg1"/>
                </a:solidFill>
              </a:rPr>
              <a:t>Host and device domains interact through socket communication</a:t>
            </a:r>
          </a:p>
        </p:txBody>
      </p:sp>
      <p:pic>
        <p:nvPicPr>
          <p:cNvPr id="15" name="Picture 14">
            <a:extLst>
              <a:ext uri="{FF2B5EF4-FFF2-40B4-BE49-F238E27FC236}">
                <a16:creationId xmlns:a16="http://schemas.microsoft.com/office/drawing/2014/main" id="{A523FCA2-54F1-F11D-8FC2-4D9A509DD156}"/>
              </a:ext>
            </a:extLst>
          </p:cNvPr>
          <p:cNvPicPr>
            <a:picLocks noChangeAspect="1"/>
          </p:cNvPicPr>
          <p:nvPr/>
        </p:nvPicPr>
        <p:blipFill>
          <a:blip r:embed="rId8"/>
          <a:stretch>
            <a:fillRect/>
          </a:stretch>
        </p:blipFill>
        <p:spPr>
          <a:xfrm>
            <a:off x="27916967" y="21536725"/>
            <a:ext cx="2094701" cy="2053223"/>
          </a:xfrm>
          <a:prstGeom prst="rect">
            <a:avLst/>
          </a:prstGeom>
        </p:spPr>
      </p:pic>
      <p:pic>
        <p:nvPicPr>
          <p:cNvPr id="20" name="Picture 19">
            <a:extLst>
              <a:ext uri="{FF2B5EF4-FFF2-40B4-BE49-F238E27FC236}">
                <a16:creationId xmlns:a16="http://schemas.microsoft.com/office/drawing/2014/main" id="{C23C681E-6BB8-A894-39BF-7C15A430BDA1}"/>
              </a:ext>
            </a:extLst>
          </p:cNvPr>
          <p:cNvPicPr>
            <a:picLocks noChangeAspect="1"/>
          </p:cNvPicPr>
          <p:nvPr/>
        </p:nvPicPr>
        <p:blipFill>
          <a:blip r:embed="rId9"/>
          <a:stretch>
            <a:fillRect/>
          </a:stretch>
        </p:blipFill>
        <p:spPr>
          <a:xfrm>
            <a:off x="23449275" y="21421712"/>
            <a:ext cx="2335500" cy="2229343"/>
          </a:xfrm>
          <a:prstGeom prst="rect">
            <a:avLst/>
          </a:prstGeom>
        </p:spPr>
      </p:pic>
      <p:pic>
        <p:nvPicPr>
          <p:cNvPr id="22" name="Picture 21">
            <a:extLst>
              <a:ext uri="{FF2B5EF4-FFF2-40B4-BE49-F238E27FC236}">
                <a16:creationId xmlns:a16="http://schemas.microsoft.com/office/drawing/2014/main" id="{684449FD-BFCF-31CC-C521-C53BFC582AED}"/>
              </a:ext>
            </a:extLst>
          </p:cNvPr>
          <p:cNvPicPr>
            <a:picLocks noChangeAspect="1"/>
          </p:cNvPicPr>
          <p:nvPr/>
        </p:nvPicPr>
        <p:blipFill>
          <a:blip r:embed="rId10"/>
          <a:stretch>
            <a:fillRect/>
          </a:stretch>
        </p:blipFill>
        <p:spPr>
          <a:xfrm>
            <a:off x="25784775" y="21494711"/>
            <a:ext cx="2132192" cy="2053223"/>
          </a:xfrm>
          <a:prstGeom prst="rect">
            <a:avLst/>
          </a:prstGeom>
        </p:spPr>
      </p:pic>
      <p:pic>
        <p:nvPicPr>
          <p:cNvPr id="33" name="Picture 32">
            <a:extLst>
              <a:ext uri="{FF2B5EF4-FFF2-40B4-BE49-F238E27FC236}">
                <a16:creationId xmlns:a16="http://schemas.microsoft.com/office/drawing/2014/main" id="{69E4DC29-6CCA-5843-692D-8652A682F7D6}"/>
              </a:ext>
            </a:extLst>
          </p:cNvPr>
          <p:cNvPicPr>
            <a:picLocks noChangeAspect="1"/>
          </p:cNvPicPr>
          <p:nvPr/>
        </p:nvPicPr>
        <p:blipFill>
          <a:blip r:embed="rId11"/>
          <a:stretch>
            <a:fillRect/>
          </a:stretch>
        </p:blipFill>
        <p:spPr>
          <a:xfrm>
            <a:off x="25126700" y="17135402"/>
            <a:ext cx="3625363" cy="3967579"/>
          </a:xfrm>
          <a:prstGeom prst="rect">
            <a:avLst/>
          </a:prstGeom>
        </p:spPr>
      </p:pic>
      <p:sp>
        <p:nvSpPr>
          <p:cNvPr id="43" name="TextBox 42">
            <a:extLst>
              <a:ext uri="{FF2B5EF4-FFF2-40B4-BE49-F238E27FC236}">
                <a16:creationId xmlns:a16="http://schemas.microsoft.com/office/drawing/2014/main" id="{AA3B529F-2488-40BC-B3A2-150AF9B57377}"/>
              </a:ext>
            </a:extLst>
          </p:cNvPr>
          <p:cNvSpPr txBox="1"/>
          <p:nvPr/>
        </p:nvSpPr>
        <p:spPr>
          <a:xfrm>
            <a:off x="25126700" y="15999129"/>
            <a:ext cx="3747669" cy="1200329"/>
          </a:xfrm>
          <a:prstGeom prst="rect">
            <a:avLst/>
          </a:prstGeom>
          <a:noFill/>
        </p:spPr>
        <p:txBody>
          <a:bodyPr wrap="square" rtlCol="0">
            <a:spAutoFit/>
          </a:bodyPr>
          <a:lstStyle/>
          <a:p>
            <a:pPr algn="ctr"/>
            <a:r>
              <a:rPr lang="en-US" sz="3600" b="1" dirty="0"/>
              <a:t>Fine-grained placements of PEs</a:t>
            </a:r>
          </a:p>
        </p:txBody>
      </p:sp>
      <p:pic>
        <p:nvPicPr>
          <p:cNvPr id="1051" name="Picture 1050">
            <a:extLst>
              <a:ext uri="{FF2B5EF4-FFF2-40B4-BE49-F238E27FC236}">
                <a16:creationId xmlns:a16="http://schemas.microsoft.com/office/drawing/2014/main" id="{76F38134-662B-F68C-4335-2F5035D51F4A}"/>
              </a:ext>
            </a:extLst>
          </p:cNvPr>
          <p:cNvPicPr>
            <a:picLocks noChangeAspect="1"/>
          </p:cNvPicPr>
          <p:nvPr/>
        </p:nvPicPr>
        <p:blipFill>
          <a:blip r:embed="rId12"/>
          <a:stretch>
            <a:fillRect/>
          </a:stretch>
        </p:blipFill>
        <p:spPr>
          <a:xfrm>
            <a:off x="18693" y="39466"/>
            <a:ext cx="2537208" cy="1498485"/>
          </a:xfrm>
          <a:prstGeom prst="rect">
            <a:avLst/>
          </a:prstGeom>
        </p:spPr>
      </p:pic>
    </p:spTree>
    <p:extLst>
      <p:ext uri="{BB962C8B-B14F-4D97-AF65-F5344CB8AC3E}">
        <p14:creationId xmlns:p14="http://schemas.microsoft.com/office/powerpoint/2010/main" val="2665510006"/>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3243</TotalTime>
  <Words>511</Words>
  <Application>Microsoft Office PowerPoint</Application>
  <PresentationFormat>Custom</PresentationFormat>
  <Paragraphs>134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Meiryo</vt:lpstr>
      <vt:lpstr>Arial</vt:lpstr>
      <vt:lpstr>Calibri</vt:lpstr>
      <vt:lpstr>Wingdings</vt:lpstr>
      <vt:lpstr>Office テーマ</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PIMID: A Full-System Simulator for Processing-in-Memory with Intricacy and Diversity</dc:title>
  <dc:creator>IYH</dc:creator>
  <cp:lastModifiedBy>Isaac He</cp:lastModifiedBy>
  <cp:revision>87</cp:revision>
  <dcterms:created xsi:type="dcterms:W3CDTF">2024-06-06T10:40:32Z</dcterms:created>
  <dcterms:modified xsi:type="dcterms:W3CDTF">2025-02-26T11:55:00Z</dcterms:modified>
</cp:coreProperties>
</file>